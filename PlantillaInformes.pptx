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6"/>
  </p:notesMasterIdLst>
  <p:handoutMasterIdLst>
    <p:handoutMasterId r:id="rId19"/>
  </p:handoutMasterIdLst>
  <p:sldIdLst>
    <p:sldId id="256" r:id="rId4"/>
    <p:sldId id="259" r:id="rId5"/>
    <p:sldId id="265" r:id="rId7"/>
    <p:sldId id="267" r:id="rId8"/>
    <p:sldId id="268" r:id="rId9"/>
    <p:sldId id="271" r:id="rId10"/>
    <p:sldId id="272" r:id="rId11"/>
    <p:sldId id="279" r:id="rId12"/>
    <p:sldId id="280" r:id="rId13"/>
    <p:sldId id="284" r:id="rId14"/>
    <p:sldId id="285" r:id="rId15"/>
    <p:sldId id="277" r:id="rId16"/>
    <p:sldId id="278" r:id="rId17"/>
    <p:sldId id="273" r:id="rId18"/>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or" initials="A" lastIdx="88" clrIdx="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9EDF4"/>
    <a:srgbClr val="FFFFFF"/>
    <a:srgbClr val="4F80BD"/>
    <a:srgbClr val="B2B2B2"/>
    <a:srgbClr val="202020"/>
    <a:srgbClr val="323232"/>
    <a:srgbClr val="CC3300"/>
    <a:srgbClr val="CC0000"/>
    <a:srgbClr val="FF33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æ·±è²æ ·å¼ 1 - å¼ºè°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æ æ ·å¼ï¼ç½æ ¼å">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ä¸­åº¦æ ·å¼ 2 - å¼ºè°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023"/>
        <p:guide pos="3862"/>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commentAuthors" Target="commen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home/orqots/Documents/RPA/Informe%20tecnico%20-%20Peopl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0" i="0" u="none" strike="noStrike" kern="1200" spc="0" baseline="0">
                <a:solidFill>
                  <a:schemeClr val="tx1">
                    <a:lumMod val="65000"/>
                    <a:lumOff val="35000"/>
                  </a:schemeClr>
                </a:solidFill>
                <a:latin typeface="+mn-lt"/>
                <a:ea typeface="+mn-ea"/>
                <a:cs typeface="+mn-cs"/>
              </a:defRPr>
            </a:pPr>
            <a:r>
              <a:rPr lang="en-US" altLang="en-US" b="1"/>
              <a:t>Vulnerabilidades por criticidad</a:t>
            </a:r>
            <a:endParaRPr lang="en-US" altLang="en-US" b="1"/>
          </a:p>
        </c:rich>
      </c:tx>
      <c:layout/>
      <c:overlay val="0"/>
      <c:spPr>
        <a:noFill/>
        <a:ln>
          <a:noFill/>
        </a:ln>
        <a:effectLst/>
      </c:spPr>
    </c:title>
    <c:autoTitleDeleted val="0"/>
    <c:plotArea>
      <c:layout/>
      <c:barChart>
        <c:barDir val="col"/>
        <c:grouping val="clustered"/>
        <c:varyColors val="0"/>
        <c:ser>
          <c:idx val="0"/>
          <c:order val="0"/>
          <c:spPr>
            <a:gradFill>
              <a:gsLst>
                <a:gs pos="100000">
                  <a:srgbClr val="FE4444"/>
                </a:gs>
                <a:gs pos="100000">
                  <a:srgbClr val="832B2B"/>
                </a:gs>
              </a:gsLst>
              <a:lin ang="5400000" scaled="0"/>
            </a:gradFill>
            <a:ln>
              <a:noFill/>
            </a:ln>
            <a:effectLst/>
          </c:spPr>
          <c:invertIfNegative val="0"/>
          <c:dPt>
            <c:idx val="1"/>
            <c:invertIfNegative val="0"/>
            <c:bubble3D val="0"/>
            <c:spPr>
              <a:gradFill>
                <a:gsLst>
                  <a:gs pos="100000">
                    <a:srgbClr val="FECF40"/>
                  </a:gs>
                  <a:gs pos="100000">
                    <a:srgbClr val="846C21"/>
                  </a:gs>
                </a:gsLst>
                <a:lin ang="5400000" scaled="0"/>
              </a:gradFill>
              <a:ln>
                <a:noFill/>
              </a:ln>
              <a:effectLst/>
            </c:spPr>
          </c:dPt>
          <c:dPt>
            <c:idx val="2"/>
            <c:invertIfNegative val="0"/>
            <c:bubble3D val="0"/>
            <c:spPr>
              <a:gradFill>
                <a:gsLst>
                  <a:gs pos="100000">
                    <a:srgbClr val="9EE256"/>
                  </a:gs>
                  <a:gs pos="100000">
                    <a:srgbClr val="52762D"/>
                  </a:gs>
                </a:gsLst>
                <a:lin ang="5400000" scaled="0"/>
              </a:gradFill>
              <a:ln>
                <a:noFill/>
              </a:ln>
              <a:effectLst/>
            </c:spPr>
          </c:dPt>
          <c:dLbls>
            <c:delete val="1"/>
          </c:dLbls>
          <c:cat>
            <c:strRef>
              <c:f>'[Informe tecnico - People.xlsx]Sheet2'!$A$1:$A$3</c:f>
              <c:strCache>
                <c:ptCount val="3"/>
                <c:pt idx="0">
                  <c:v>ALTO</c:v>
                </c:pt>
                <c:pt idx="1">
                  <c:v>MEDIA</c:v>
                </c:pt>
                <c:pt idx="2">
                  <c:v>BAJO</c:v>
                </c:pt>
              </c:strCache>
            </c:strRef>
          </c:cat>
          <c:val>
            <c:numRef>
              <c:f>'[Informe tecnico - People.xlsx]Sheet2'!$B$1:$B$3</c:f>
              <c:numCache>
                <c:formatCode>General</c:formatCode>
                <c:ptCount val="3"/>
                <c:pt idx="0">
                  <c:v>6</c:v>
                </c:pt>
                <c:pt idx="1">
                  <c:v>3</c:v>
                </c:pt>
                <c:pt idx="2">
                  <c:v>1</c:v>
                </c:pt>
              </c:numCache>
            </c:numRef>
          </c:val>
        </c:ser>
        <c:dLbls>
          <c:showLegendKey val="0"/>
          <c:showVal val="0"/>
          <c:showCatName val="0"/>
          <c:showSerName val="0"/>
          <c:showPercent val="0"/>
          <c:showBubbleSize val="0"/>
        </c:dLbls>
        <c:gapWidth val="219"/>
        <c:overlap val="-27"/>
        <c:axId val="204201025"/>
        <c:axId val="482566321"/>
      </c:barChart>
      <c:catAx>
        <c:axId val="204201025"/>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482566321"/>
        <c:crosses val="autoZero"/>
        <c:auto val="1"/>
        <c:lblAlgn val="ctr"/>
        <c:lblOffset val="100"/>
        <c:noMultiLvlLbl val="0"/>
      </c:catAx>
      <c:valAx>
        <c:axId val="48256632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204201025"/>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10"/>
          </p:nvPr>
        </p:nvSpPr>
        <p:spPr/>
        <p:txBody>
          <a:bodyPr/>
          <a:lstStyle/>
          <a:p>
            <a:fld id="{D3F47D7C-4409-478C-9EE4-95B05734F032}" type="slidenum">
              <a:rPr lang="es-ES" smtClean="0"/>
            </a:fld>
            <a:endParaRPr lang="es-E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10"/>
          </p:nvPr>
        </p:nvSpPr>
        <p:spPr/>
        <p:txBody>
          <a:bodyPr/>
          <a:lstStyle/>
          <a:p>
            <a:fld id="{D3F47D7C-4409-478C-9EE4-95B05734F032}" type="slidenum">
              <a:rPr lang="es-ES" smtClean="0"/>
            </a:fld>
            <a:endParaRPr lang="es-E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10"/>
          </p:nvPr>
        </p:nvSpPr>
        <p:spPr/>
        <p:txBody>
          <a:bodyPr/>
          <a:lstStyle/>
          <a:p>
            <a:fld id="{D3F47D7C-4409-478C-9EE4-95B05734F032}" type="slidenum">
              <a:rPr lang="es-ES" smtClean="0"/>
            </a:fld>
            <a:endParaRPr lang="es-E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10"/>
          </p:nvPr>
        </p:nvSpPr>
        <p:spPr/>
        <p:txBody>
          <a:bodyPr/>
          <a:lstStyle/>
          <a:p>
            <a:fld id="{D3F47D7C-4409-478C-9EE4-95B05734F032}" type="slidenum">
              <a:rPr lang="es-ES" smtClean="0"/>
            </a:fld>
            <a:endParaRPr lang="es-E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10"/>
          </p:nvPr>
        </p:nvSpPr>
        <p:spPr/>
        <p:txBody>
          <a:bodyPr/>
          <a:lstStyle/>
          <a:p>
            <a:fld id="{D3F47D7C-4409-478C-9EE4-95B05734F032}" type="slidenum">
              <a:rPr lang="es-ES" smtClean="0"/>
            </a:fld>
            <a:endParaRPr lang="es-E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10"/>
          </p:nvPr>
        </p:nvSpPr>
        <p:spPr/>
        <p:txBody>
          <a:bodyPr/>
          <a:lstStyle/>
          <a:p>
            <a:fld id="{D3F47D7C-4409-478C-9EE4-95B05734F032}" type="slidenum">
              <a:rPr lang="es-ES" smtClean="0"/>
            </a:fld>
            <a:endParaRPr lang="es-E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10"/>
          </p:nvPr>
        </p:nvSpPr>
        <p:spPr/>
        <p:txBody>
          <a:bodyPr/>
          <a:lstStyle/>
          <a:p>
            <a:fld id="{D3F47D7C-4409-478C-9EE4-95B05734F032}" type="slidenum">
              <a:rPr lang="es-ES" smtClean="0"/>
            </a:fld>
            <a:endParaRPr lang="es-E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10"/>
          </p:nvPr>
        </p:nvSpPr>
        <p:spPr/>
        <p:txBody>
          <a:bodyPr/>
          <a:lstStyle/>
          <a:p>
            <a:fld id="{D3F47D7C-4409-478C-9EE4-95B05734F032}" type="slidenum">
              <a:rPr lang="es-ES" smtClean="0"/>
            </a:fld>
            <a:endParaRPr lang="es-E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10"/>
          </p:nvPr>
        </p:nvSpPr>
        <p:spPr/>
        <p:txBody>
          <a:bodyPr/>
          <a:lstStyle/>
          <a:p>
            <a:fld id="{D3F47D7C-4409-478C-9EE4-95B05734F032}" type="slidenum">
              <a:rPr lang="es-ES" smtClean="0"/>
            </a:fld>
            <a:endParaRPr lang="es-E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10"/>
          </p:nvPr>
        </p:nvSpPr>
        <p:spPr/>
        <p:txBody>
          <a:bodyPr/>
          <a:lstStyle/>
          <a:p>
            <a:fld id="{D3F47D7C-4409-478C-9EE4-95B05734F032}" type="slidenum">
              <a:rPr lang="es-ES" smtClean="0"/>
            </a:fld>
            <a:endParaRPr lang="es-E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10"/>
          </p:nvPr>
        </p:nvSpPr>
        <p:spPr/>
        <p:txBody>
          <a:bodyPr/>
          <a:lstStyle/>
          <a:p>
            <a:fld id="{D3F47D7C-4409-478C-9EE4-95B05734F032}" type="slidenum">
              <a:rPr lang="es-ES" smtClean="0"/>
            </a:fld>
            <a:endParaRPr lang="es-E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10"/>
          </p:nvPr>
        </p:nvSpPr>
        <p:spPr/>
        <p:txBody>
          <a:bodyPr/>
          <a:lstStyle/>
          <a:p>
            <a:fld id="{D3F47D7C-4409-478C-9EE4-95B05734F032}" type="slidenum">
              <a:rPr lang="es-ES" smtClean="0"/>
            </a:fld>
            <a:endParaRPr lang="es-E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5_Diapositiva en blanco">
    <p:spTree>
      <p:nvGrpSpPr>
        <p:cNvPr id="1" name=""/>
        <p:cNvGrpSpPr/>
        <p:nvPr/>
      </p:nvGrpSpPr>
      <p:grpSpPr>
        <a:xfrm>
          <a:off x="0" y="0"/>
          <a:ext cx="0" cy="0"/>
          <a:chOff x="0" y="0"/>
          <a:chExt cx="0" cy="0"/>
        </a:xfrm>
      </p:grpSpPr>
      <p:cxnSp>
        <p:nvCxnSpPr>
          <p:cNvPr id="7" name="Conector recto 6"/>
          <p:cNvCxnSpPr/>
          <p:nvPr userDrawn="1"/>
        </p:nvCxnSpPr>
        <p:spPr>
          <a:xfrm>
            <a:off x="36000" y="6804000"/>
            <a:ext cx="10668000" cy="7764"/>
          </a:xfrm>
          <a:prstGeom prst="line">
            <a:avLst/>
          </a:prstGeom>
          <a:ln w="82550" cap="sq"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cion pendrive">
    <p:spTree>
      <p:nvGrpSpPr>
        <p:cNvPr id="1" name=""/>
        <p:cNvGrpSpPr/>
        <p:nvPr/>
      </p:nvGrpSpPr>
      <p:grpSpPr>
        <a:xfrm>
          <a:off x="0" y="0"/>
          <a:ext cx="0" cy="0"/>
          <a:chOff x="0" y="0"/>
          <a:chExt cx="0" cy="0"/>
        </a:xfrm>
      </p:grpSpPr>
      <p:sp>
        <p:nvSpPr>
          <p:cNvPr id="2" name="Rectángulo 1"/>
          <p:cNvSpPr/>
          <p:nvPr userDrawn="1"/>
        </p:nvSpPr>
        <p:spPr>
          <a:xfrm>
            <a:off x="0"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3" name="Rectángulo 2"/>
          <p:cNvSpPr/>
          <p:nvPr userDrawn="1"/>
        </p:nvSpPr>
        <p:spPr>
          <a:xfrm>
            <a:off x="9506184"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4" name="Rectángulo 3"/>
          <p:cNvSpPr/>
          <p:nvPr userDrawn="1"/>
        </p:nvSpPr>
        <p:spPr>
          <a:xfrm>
            <a:off x="0" y="5522258"/>
            <a:ext cx="12192000"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pic>
        <p:nvPicPr>
          <p:cNvPr id="5" name="Imagen 4"/>
          <p:cNvPicPr>
            <a:picLocks noChangeAspect="1"/>
          </p:cNvPicPr>
          <p:nvPr userDrawn="1"/>
        </p:nvPicPr>
        <p:blipFill rotWithShape="1">
          <a:blip r:embed="rId2" cstate="screen"/>
          <a:srcRect/>
          <a:stretch>
            <a:fillRect/>
          </a:stretch>
        </p:blipFill>
        <p:spPr>
          <a:xfrm>
            <a:off x="8467" y="1186"/>
            <a:ext cx="12183533" cy="6855627"/>
          </a:xfrm>
          <a:prstGeom prst="rect">
            <a:avLst/>
          </a:prstGeom>
        </p:spPr>
      </p:pic>
      <p:sp>
        <p:nvSpPr>
          <p:cNvPr id="10" name="Rectángulo 9"/>
          <p:cNvSpPr/>
          <p:nvPr userDrawn="1"/>
        </p:nvSpPr>
        <p:spPr>
          <a:xfrm>
            <a:off x="1516188" y="2278454"/>
            <a:ext cx="10675812" cy="3558331"/>
          </a:xfrm>
          <a:prstGeom prst="rect">
            <a:avLst/>
          </a:prstGeom>
          <a:solidFill>
            <a:srgbClr val="FFFFFF">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1" name="Título 1"/>
          <p:cNvSpPr txBox="1"/>
          <p:nvPr userDrawn="1"/>
        </p:nvSpPr>
        <p:spPr>
          <a:xfrm>
            <a:off x="1834487" y="2697350"/>
            <a:ext cx="6922323" cy="1029180"/>
          </a:xfrm>
          <a:prstGeom prst="rect">
            <a:avLst/>
          </a:prstGeom>
        </p:spPr>
        <p:txBody>
          <a:bodyPr>
            <a:noAutofit/>
          </a:bodyPr>
          <a:lstStyle>
            <a:lvl1pPr algn="l" defTabSz="457200" rtl="0" eaLnBrk="1" latinLnBrk="0" hangingPunct="1">
              <a:spcBef>
                <a:spcPct val="0"/>
              </a:spcBef>
              <a:buNone/>
              <a:defRPr sz="2800" b="1" kern="1200">
                <a:gradFill flip="none" rotWithShape="1">
                  <a:gsLst>
                    <a:gs pos="0">
                      <a:srgbClr val="9AAE04"/>
                    </a:gs>
                    <a:gs pos="100000">
                      <a:srgbClr val="1994A4"/>
                    </a:gs>
                  </a:gsLst>
                  <a:lin ang="0" scaled="1"/>
                  <a:tileRect/>
                </a:gradFill>
                <a:latin typeface="Arial"/>
                <a:ea typeface="+mj-ea"/>
                <a:cs typeface="Arial"/>
              </a:defRPr>
            </a:lvl1pPr>
          </a:lstStyle>
          <a:p>
            <a:pPr>
              <a:lnSpc>
                <a:spcPct val="90000"/>
              </a:lnSpc>
            </a:pPr>
            <a:r>
              <a:rPr lang="es-ES_tradnl" sz="3200" dirty="0">
                <a:solidFill>
                  <a:schemeClr val="tx1"/>
                </a:solidFill>
                <a:latin typeface="Century Gothic" panose="020B0502020202020204" pitchFamily="34" charset="0"/>
              </a:rPr>
              <a:t>Clic para editar titulo </a:t>
            </a:r>
            <a:endParaRPr lang="es-ES_tradnl" sz="3200" dirty="0">
              <a:solidFill>
                <a:schemeClr val="tx1"/>
              </a:solidFill>
              <a:latin typeface="Century Gothic" panose="020B0502020202020204" pitchFamily="34" charset="0"/>
            </a:endParaRPr>
          </a:p>
          <a:p>
            <a:pPr>
              <a:lnSpc>
                <a:spcPct val="90000"/>
              </a:lnSpc>
            </a:pPr>
            <a:r>
              <a:rPr lang="es-ES_tradnl" sz="3200" dirty="0">
                <a:solidFill>
                  <a:schemeClr val="tx1"/>
                </a:solidFill>
                <a:latin typeface="Century Gothic" panose="020B0502020202020204" pitchFamily="34" charset="0"/>
              </a:rPr>
              <a:t>de la sección</a:t>
            </a:r>
            <a:endParaRPr lang="es-ES" sz="3200" dirty="0">
              <a:solidFill>
                <a:schemeClr val="tx1"/>
              </a:solidFill>
              <a:latin typeface="Century Gothic" panose="020B0502020202020204" pitchFamily="34" charset="0"/>
            </a:endParaRPr>
          </a:p>
        </p:txBody>
      </p:sp>
      <p:sp>
        <p:nvSpPr>
          <p:cNvPr id="12" name="Subtítulo 2"/>
          <p:cNvSpPr txBox="1"/>
          <p:nvPr userDrawn="1"/>
        </p:nvSpPr>
        <p:spPr>
          <a:xfrm>
            <a:off x="1916420" y="4729153"/>
            <a:ext cx="3632826" cy="615845"/>
          </a:xfrm>
          <a:prstGeom prst="rect">
            <a:avLst/>
          </a:prstGeom>
        </p:spPr>
        <p:txBody>
          <a:bodyPr>
            <a:noAutofit/>
          </a:bodyPr>
          <a:lstStyle>
            <a:lvl1pPr marL="0" indent="0" algn="l" defTabSz="457200" rtl="0" eaLnBrk="1" latinLnBrk="0" hangingPunct="1">
              <a:spcBef>
                <a:spcPct val="20000"/>
              </a:spcBef>
              <a:buFont typeface="Arial"/>
              <a:buNone/>
              <a:defRPr sz="1800" kern="1200">
                <a:solidFill>
                  <a:schemeClr val="tx1">
                    <a:lumMod val="65000"/>
                    <a:lumOff val="35000"/>
                  </a:schemeClr>
                </a:solidFill>
                <a:latin typeface="Arial"/>
                <a:ea typeface="+mn-ea"/>
                <a:cs typeface="Arial"/>
              </a:defRPr>
            </a:lvl1pPr>
            <a:lvl2pPr marL="4572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2pPr>
            <a:lvl3pPr marL="9144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3pPr>
            <a:lvl4pPr marL="13716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4pPr>
            <a:lvl5pPr marL="18288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s-ES_tradnl" sz="1600" dirty="0">
                <a:latin typeface="Century Gothic" panose="020B0502020202020204" pitchFamily="34" charset="0"/>
              </a:rPr>
              <a:t>Haga clic para modificar el estilo de subtítulo de la presentación</a:t>
            </a:r>
            <a:endParaRPr lang="es-ES" sz="1600" dirty="0">
              <a:latin typeface="Century Gothic" panose="020B0502020202020204" pitchFamily="34" charset="0"/>
            </a:endParaRPr>
          </a:p>
        </p:txBody>
      </p:sp>
      <p:cxnSp>
        <p:nvCxnSpPr>
          <p:cNvPr id="13" name="Conector recto 12"/>
          <p:cNvCxnSpPr/>
          <p:nvPr userDrawn="1"/>
        </p:nvCxnSpPr>
        <p:spPr>
          <a:xfrm>
            <a:off x="2021832" y="3862390"/>
            <a:ext cx="3616968" cy="0"/>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cion forense 2">
    <p:spTree>
      <p:nvGrpSpPr>
        <p:cNvPr id="1" name=""/>
        <p:cNvGrpSpPr/>
        <p:nvPr/>
      </p:nvGrpSpPr>
      <p:grpSpPr>
        <a:xfrm>
          <a:off x="0" y="0"/>
          <a:ext cx="0" cy="0"/>
          <a:chOff x="0" y="0"/>
          <a:chExt cx="0" cy="0"/>
        </a:xfrm>
      </p:grpSpPr>
      <p:sp>
        <p:nvSpPr>
          <p:cNvPr id="2" name="Rectángulo 1"/>
          <p:cNvSpPr/>
          <p:nvPr userDrawn="1"/>
        </p:nvSpPr>
        <p:spPr>
          <a:xfrm>
            <a:off x="0"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3" name="Rectángulo 2"/>
          <p:cNvSpPr/>
          <p:nvPr userDrawn="1"/>
        </p:nvSpPr>
        <p:spPr>
          <a:xfrm>
            <a:off x="9506184"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4" name="Rectángulo 3"/>
          <p:cNvSpPr/>
          <p:nvPr userDrawn="1"/>
        </p:nvSpPr>
        <p:spPr>
          <a:xfrm>
            <a:off x="0" y="5522258"/>
            <a:ext cx="12192000"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pic>
        <p:nvPicPr>
          <p:cNvPr id="6" name="Imagen 5"/>
          <p:cNvPicPr>
            <a:picLocks noChangeAspect="1"/>
          </p:cNvPicPr>
          <p:nvPr userDrawn="1"/>
        </p:nvPicPr>
        <p:blipFill>
          <a:blip r:embed="rId2"/>
          <a:stretch>
            <a:fillRect/>
          </a:stretch>
        </p:blipFill>
        <p:spPr>
          <a:xfrm>
            <a:off x="11289" y="3"/>
            <a:ext cx="12180712" cy="6857994"/>
          </a:xfrm>
          <a:prstGeom prst="rect">
            <a:avLst/>
          </a:prstGeom>
        </p:spPr>
      </p:pic>
      <p:sp>
        <p:nvSpPr>
          <p:cNvPr id="10" name="Rectángulo 9"/>
          <p:cNvSpPr/>
          <p:nvPr userDrawn="1"/>
        </p:nvSpPr>
        <p:spPr>
          <a:xfrm>
            <a:off x="1516188" y="2278454"/>
            <a:ext cx="10675812" cy="3558331"/>
          </a:xfrm>
          <a:prstGeom prst="rect">
            <a:avLst/>
          </a:prstGeom>
          <a:solidFill>
            <a:srgbClr val="FFFFFF">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1" name="Título 1"/>
          <p:cNvSpPr txBox="1"/>
          <p:nvPr userDrawn="1"/>
        </p:nvSpPr>
        <p:spPr>
          <a:xfrm>
            <a:off x="1834487" y="2697350"/>
            <a:ext cx="6922323" cy="1029180"/>
          </a:xfrm>
          <a:prstGeom prst="rect">
            <a:avLst/>
          </a:prstGeom>
        </p:spPr>
        <p:txBody>
          <a:bodyPr>
            <a:noAutofit/>
          </a:bodyPr>
          <a:lstStyle>
            <a:lvl1pPr algn="l" defTabSz="457200" rtl="0" eaLnBrk="1" latinLnBrk="0" hangingPunct="1">
              <a:spcBef>
                <a:spcPct val="0"/>
              </a:spcBef>
              <a:buNone/>
              <a:defRPr sz="2800" b="1" kern="1200">
                <a:gradFill flip="none" rotWithShape="1">
                  <a:gsLst>
                    <a:gs pos="0">
                      <a:srgbClr val="9AAE04"/>
                    </a:gs>
                    <a:gs pos="100000">
                      <a:srgbClr val="1994A4"/>
                    </a:gs>
                  </a:gsLst>
                  <a:lin ang="0" scaled="1"/>
                  <a:tileRect/>
                </a:gradFill>
                <a:latin typeface="Arial"/>
                <a:ea typeface="+mj-ea"/>
                <a:cs typeface="Arial"/>
              </a:defRPr>
            </a:lvl1pPr>
          </a:lstStyle>
          <a:p>
            <a:pPr>
              <a:lnSpc>
                <a:spcPct val="90000"/>
              </a:lnSpc>
            </a:pPr>
            <a:r>
              <a:rPr lang="es-ES_tradnl" sz="3200" dirty="0">
                <a:solidFill>
                  <a:schemeClr val="tx1"/>
                </a:solidFill>
                <a:latin typeface="Century Gothic" panose="020B0502020202020204" pitchFamily="34" charset="0"/>
              </a:rPr>
              <a:t>Clic para editar titulo </a:t>
            </a:r>
            <a:endParaRPr lang="es-ES_tradnl" sz="3200" dirty="0">
              <a:solidFill>
                <a:schemeClr val="tx1"/>
              </a:solidFill>
              <a:latin typeface="Century Gothic" panose="020B0502020202020204" pitchFamily="34" charset="0"/>
            </a:endParaRPr>
          </a:p>
          <a:p>
            <a:pPr>
              <a:lnSpc>
                <a:spcPct val="90000"/>
              </a:lnSpc>
            </a:pPr>
            <a:r>
              <a:rPr lang="es-ES_tradnl" sz="3200" dirty="0">
                <a:solidFill>
                  <a:schemeClr val="tx1"/>
                </a:solidFill>
                <a:latin typeface="Century Gothic" panose="020B0502020202020204" pitchFamily="34" charset="0"/>
              </a:rPr>
              <a:t>de la sección</a:t>
            </a:r>
            <a:endParaRPr lang="es-ES" sz="3200" dirty="0">
              <a:solidFill>
                <a:schemeClr val="tx1"/>
              </a:solidFill>
              <a:latin typeface="Century Gothic" panose="020B0502020202020204" pitchFamily="34" charset="0"/>
            </a:endParaRPr>
          </a:p>
        </p:txBody>
      </p:sp>
      <p:sp>
        <p:nvSpPr>
          <p:cNvPr id="12" name="Subtítulo 2"/>
          <p:cNvSpPr txBox="1"/>
          <p:nvPr userDrawn="1"/>
        </p:nvSpPr>
        <p:spPr>
          <a:xfrm>
            <a:off x="1916420" y="4729153"/>
            <a:ext cx="3632826" cy="615845"/>
          </a:xfrm>
          <a:prstGeom prst="rect">
            <a:avLst/>
          </a:prstGeom>
        </p:spPr>
        <p:txBody>
          <a:bodyPr>
            <a:noAutofit/>
          </a:bodyPr>
          <a:lstStyle>
            <a:lvl1pPr marL="0" indent="0" algn="l" defTabSz="457200" rtl="0" eaLnBrk="1" latinLnBrk="0" hangingPunct="1">
              <a:spcBef>
                <a:spcPct val="20000"/>
              </a:spcBef>
              <a:buFont typeface="Arial"/>
              <a:buNone/>
              <a:defRPr sz="1800" kern="1200">
                <a:solidFill>
                  <a:schemeClr val="tx1">
                    <a:lumMod val="65000"/>
                    <a:lumOff val="35000"/>
                  </a:schemeClr>
                </a:solidFill>
                <a:latin typeface="Arial"/>
                <a:ea typeface="+mn-ea"/>
                <a:cs typeface="Arial"/>
              </a:defRPr>
            </a:lvl1pPr>
            <a:lvl2pPr marL="4572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2pPr>
            <a:lvl3pPr marL="9144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3pPr>
            <a:lvl4pPr marL="13716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4pPr>
            <a:lvl5pPr marL="18288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s-ES_tradnl" sz="1600" dirty="0">
                <a:latin typeface="Century Gothic" panose="020B0502020202020204" pitchFamily="34" charset="0"/>
              </a:rPr>
              <a:t>Haga clic para modificar el estilo de subtítulo de la presentación</a:t>
            </a:r>
            <a:endParaRPr lang="es-ES" sz="1600" dirty="0">
              <a:latin typeface="Century Gothic" panose="020B0502020202020204" pitchFamily="34" charset="0"/>
            </a:endParaRPr>
          </a:p>
        </p:txBody>
      </p:sp>
      <p:cxnSp>
        <p:nvCxnSpPr>
          <p:cNvPr id="13" name="Conector recto 12"/>
          <p:cNvCxnSpPr/>
          <p:nvPr userDrawn="1"/>
        </p:nvCxnSpPr>
        <p:spPr>
          <a:xfrm>
            <a:off x="2021832" y="3862390"/>
            <a:ext cx="3616968" cy="0"/>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cion cesped">
    <p:spTree>
      <p:nvGrpSpPr>
        <p:cNvPr id="1" name=""/>
        <p:cNvGrpSpPr/>
        <p:nvPr/>
      </p:nvGrpSpPr>
      <p:grpSpPr>
        <a:xfrm>
          <a:off x="0" y="0"/>
          <a:ext cx="0" cy="0"/>
          <a:chOff x="0" y="0"/>
          <a:chExt cx="0" cy="0"/>
        </a:xfrm>
      </p:grpSpPr>
      <p:sp>
        <p:nvSpPr>
          <p:cNvPr id="2" name="Rectángulo 1"/>
          <p:cNvSpPr/>
          <p:nvPr userDrawn="1"/>
        </p:nvSpPr>
        <p:spPr>
          <a:xfrm>
            <a:off x="0"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3" name="Rectángulo 2"/>
          <p:cNvSpPr/>
          <p:nvPr userDrawn="1"/>
        </p:nvSpPr>
        <p:spPr>
          <a:xfrm>
            <a:off x="9506184"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4" name="Rectángulo 3"/>
          <p:cNvSpPr/>
          <p:nvPr userDrawn="1"/>
        </p:nvSpPr>
        <p:spPr>
          <a:xfrm>
            <a:off x="0" y="5522258"/>
            <a:ext cx="12192000"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pic>
        <p:nvPicPr>
          <p:cNvPr id="5" name="Imagen 4"/>
          <p:cNvPicPr>
            <a:picLocks noChangeAspect="1"/>
          </p:cNvPicPr>
          <p:nvPr userDrawn="1"/>
        </p:nvPicPr>
        <p:blipFill>
          <a:blip r:embed="rId2"/>
          <a:stretch>
            <a:fillRect/>
          </a:stretch>
        </p:blipFill>
        <p:spPr>
          <a:xfrm>
            <a:off x="0" y="0"/>
            <a:ext cx="12192000" cy="6858000"/>
          </a:xfrm>
          <a:prstGeom prst="rect">
            <a:avLst/>
          </a:prstGeom>
        </p:spPr>
      </p:pic>
      <p:sp>
        <p:nvSpPr>
          <p:cNvPr id="12" name="Subtítulo 2"/>
          <p:cNvSpPr txBox="1"/>
          <p:nvPr userDrawn="1"/>
        </p:nvSpPr>
        <p:spPr>
          <a:xfrm>
            <a:off x="1916420" y="4729153"/>
            <a:ext cx="3632826" cy="615845"/>
          </a:xfrm>
          <a:prstGeom prst="rect">
            <a:avLst/>
          </a:prstGeom>
        </p:spPr>
        <p:txBody>
          <a:bodyPr>
            <a:noAutofit/>
          </a:bodyPr>
          <a:lstStyle>
            <a:lvl1pPr marL="0" indent="0" algn="l" defTabSz="457200" rtl="0" eaLnBrk="1" latinLnBrk="0" hangingPunct="1">
              <a:spcBef>
                <a:spcPct val="20000"/>
              </a:spcBef>
              <a:buFont typeface="Arial"/>
              <a:buNone/>
              <a:defRPr sz="1800" kern="1200">
                <a:solidFill>
                  <a:schemeClr val="tx1">
                    <a:lumMod val="65000"/>
                    <a:lumOff val="35000"/>
                  </a:schemeClr>
                </a:solidFill>
                <a:latin typeface="Arial"/>
                <a:ea typeface="+mn-ea"/>
                <a:cs typeface="Arial"/>
              </a:defRPr>
            </a:lvl1pPr>
            <a:lvl2pPr marL="4572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2pPr>
            <a:lvl3pPr marL="9144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3pPr>
            <a:lvl4pPr marL="13716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4pPr>
            <a:lvl5pPr marL="18288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s-ES_tradnl" sz="1600" dirty="0">
                <a:latin typeface="Century Gothic" panose="020B0502020202020204" pitchFamily="34" charset="0"/>
              </a:rPr>
              <a:t>Haga clic para modificar el estilo de subtítulo de la presentación</a:t>
            </a:r>
            <a:endParaRPr lang="es-ES" sz="1600" dirty="0">
              <a:latin typeface="Century Gothic" panose="020B0502020202020204" pitchFamily="34" charset="0"/>
            </a:endParaRPr>
          </a:p>
        </p:txBody>
      </p:sp>
      <p:cxnSp>
        <p:nvCxnSpPr>
          <p:cNvPr id="13" name="Conector recto 12"/>
          <p:cNvCxnSpPr/>
          <p:nvPr userDrawn="1"/>
        </p:nvCxnSpPr>
        <p:spPr>
          <a:xfrm>
            <a:off x="2021832" y="3862390"/>
            <a:ext cx="3616968" cy="0"/>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cion chip">
    <p:spTree>
      <p:nvGrpSpPr>
        <p:cNvPr id="1" name=""/>
        <p:cNvGrpSpPr/>
        <p:nvPr/>
      </p:nvGrpSpPr>
      <p:grpSpPr>
        <a:xfrm>
          <a:off x="0" y="0"/>
          <a:ext cx="0" cy="0"/>
          <a:chOff x="0" y="0"/>
          <a:chExt cx="0" cy="0"/>
        </a:xfrm>
      </p:grpSpPr>
      <p:sp>
        <p:nvSpPr>
          <p:cNvPr id="2" name="Rectángulo 1"/>
          <p:cNvSpPr/>
          <p:nvPr userDrawn="1"/>
        </p:nvSpPr>
        <p:spPr>
          <a:xfrm>
            <a:off x="0"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3" name="Rectángulo 2"/>
          <p:cNvSpPr/>
          <p:nvPr userDrawn="1"/>
        </p:nvSpPr>
        <p:spPr>
          <a:xfrm>
            <a:off x="9506184"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4" name="Rectángulo 3"/>
          <p:cNvSpPr/>
          <p:nvPr userDrawn="1"/>
        </p:nvSpPr>
        <p:spPr>
          <a:xfrm>
            <a:off x="0" y="5522258"/>
            <a:ext cx="12192000"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pic>
        <p:nvPicPr>
          <p:cNvPr id="5" name="Imagen 4"/>
          <p:cNvPicPr>
            <a:picLocks noChangeAspect="1"/>
          </p:cNvPicPr>
          <p:nvPr userDrawn="1"/>
        </p:nvPicPr>
        <p:blipFill>
          <a:blip r:embed="rId2"/>
          <a:stretch>
            <a:fillRect/>
          </a:stretch>
        </p:blipFill>
        <p:spPr>
          <a:xfrm>
            <a:off x="0" y="0"/>
            <a:ext cx="12192000" cy="6858000"/>
          </a:xfrm>
          <a:prstGeom prst="rect">
            <a:avLst/>
          </a:prstGeom>
        </p:spPr>
      </p:pic>
      <p:sp>
        <p:nvSpPr>
          <p:cNvPr id="10" name="Rectángulo 9"/>
          <p:cNvSpPr/>
          <p:nvPr userDrawn="1"/>
        </p:nvSpPr>
        <p:spPr>
          <a:xfrm>
            <a:off x="1516188" y="2278454"/>
            <a:ext cx="10675812" cy="3558331"/>
          </a:xfrm>
          <a:prstGeom prst="rect">
            <a:avLst/>
          </a:prstGeom>
          <a:solidFill>
            <a:srgbClr val="FFFFFF">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1" name="Título 1"/>
          <p:cNvSpPr txBox="1"/>
          <p:nvPr userDrawn="1"/>
        </p:nvSpPr>
        <p:spPr>
          <a:xfrm>
            <a:off x="1834487" y="2697350"/>
            <a:ext cx="6922323" cy="1029180"/>
          </a:xfrm>
          <a:prstGeom prst="rect">
            <a:avLst/>
          </a:prstGeom>
        </p:spPr>
        <p:txBody>
          <a:bodyPr>
            <a:noAutofit/>
          </a:bodyPr>
          <a:lstStyle>
            <a:lvl1pPr algn="l" defTabSz="457200" rtl="0" eaLnBrk="1" latinLnBrk="0" hangingPunct="1">
              <a:spcBef>
                <a:spcPct val="0"/>
              </a:spcBef>
              <a:buNone/>
              <a:defRPr sz="2800" b="1" kern="1200">
                <a:gradFill flip="none" rotWithShape="1">
                  <a:gsLst>
                    <a:gs pos="0">
                      <a:srgbClr val="9AAE04"/>
                    </a:gs>
                    <a:gs pos="100000">
                      <a:srgbClr val="1994A4"/>
                    </a:gs>
                  </a:gsLst>
                  <a:lin ang="0" scaled="1"/>
                  <a:tileRect/>
                </a:gradFill>
                <a:latin typeface="Arial"/>
                <a:ea typeface="+mj-ea"/>
                <a:cs typeface="Arial"/>
              </a:defRPr>
            </a:lvl1pPr>
          </a:lstStyle>
          <a:p>
            <a:pPr>
              <a:lnSpc>
                <a:spcPct val="90000"/>
              </a:lnSpc>
            </a:pPr>
            <a:r>
              <a:rPr lang="es-ES_tradnl" sz="3200" dirty="0">
                <a:solidFill>
                  <a:schemeClr val="tx1"/>
                </a:solidFill>
                <a:latin typeface="Century Gothic" panose="020B0502020202020204" pitchFamily="34" charset="0"/>
              </a:rPr>
              <a:t>Clic para editar titulo </a:t>
            </a:r>
            <a:endParaRPr lang="es-ES_tradnl" sz="3200" dirty="0">
              <a:solidFill>
                <a:schemeClr val="tx1"/>
              </a:solidFill>
              <a:latin typeface="Century Gothic" panose="020B0502020202020204" pitchFamily="34" charset="0"/>
            </a:endParaRPr>
          </a:p>
          <a:p>
            <a:pPr>
              <a:lnSpc>
                <a:spcPct val="90000"/>
              </a:lnSpc>
            </a:pPr>
            <a:r>
              <a:rPr lang="es-ES_tradnl" sz="3200" dirty="0">
                <a:solidFill>
                  <a:schemeClr val="tx1"/>
                </a:solidFill>
                <a:latin typeface="Century Gothic" panose="020B0502020202020204" pitchFamily="34" charset="0"/>
              </a:rPr>
              <a:t>de la sección</a:t>
            </a:r>
            <a:endParaRPr lang="es-ES" sz="3200" dirty="0">
              <a:solidFill>
                <a:schemeClr val="tx1"/>
              </a:solidFill>
              <a:latin typeface="Century Gothic" panose="020B0502020202020204" pitchFamily="34" charset="0"/>
            </a:endParaRPr>
          </a:p>
        </p:txBody>
      </p:sp>
      <p:sp>
        <p:nvSpPr>
          <p:cNvPr id="12" name="Subtítulo 2"/>
          <p:cNvSpPr txBox="1"/>
          <p:nvPr userDrawn="1"/>
        </p:nvSpPr>
        <p:spPr>
          <a:xfrm>
            <a:off x="1916420" y="4729153"/>
            <a:ext cx="3632826" cy="615845"/>
          </a:xfrm>
          <a:prstGeom prst="rect">
            <a:avLst/>
          </a:prstGeom>
        </p:spPr>
        <p:txBody>
          <a:bodyPr>
            <a:noAutofit/>
          </a:bodyPr>
          <a:lstStyle>
            <a:lvl1pPr marL="0" indent="0" algn="l" defTabSz="457200" rtl="0" eaLnBrk="1" latinLnBrk="0" hangingPunct="1">
              <a:spcBef>
                <a:spcPct val="20000"/>
              </a:spcBef>
              <a:buFont typeface="Arial"/>
              <a:buNone/>
              <a:defRPr sz="1800" kern="1200">
                <a:solidFill>
                  <a:schemeClr val="tx1">
                    <a:lumMod val="65000"/>
                    <a:lumOff val="35000"/>
                  </a:schemeClr>
                </a:solidFill>
                <a:latin typeface="Arial"/>
                <a:ea typeface="+mn-ea"/>
                <a:cs typeface="Arial"/>
              </a:defRPr>
            </a:lvl1pPr>
            <a:lvl2pPr marL="4572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2pPr>
            <a:lvl3pPr marL="9144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3pPr>
            <a:lvl4pPr marL="13716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4pPr>
            <a:lvl5pPr marL="1828800" indent="0" algn="ctr" defTabSz="457200" rtl="0" eaLnBrk="1" latinLnBrk="0" hangingPunct="1">
              <a:spcBef>
                <a:spcPct val="20000"/>
              </a:spcBef>
              <a:buFont typeface="Arial"/>
              <a:buNone/>
              <a:defRPr sz="14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s-ES_tradnl" sz="1600" dirty="0">
                <a:latin typeface="Century Gothic" panose="020B0502020202020204" pitchFamily="34" charset="0"/>
              </a:rPr>
              <a:t>Haga clic para modificar el estilo de subtítulo de la presentación</a:t>
            </a:r>
            <a:endParaRPr lang="es-ES" sz="1600" dirty="0">
              <a:latin typeface="Century Gothic" panose="020B0502020202020204" pitchFamily="34" charset="0"/>
            </a:endParaRPr>
          </a:p>
        </p:txBody>
      </p:sp>
      <p:cxnSp>
        <p:nvCxnSpPr>
          <p:cNvPr id="13" name="Conector recto 12"/>
          <p:cNvCxnSpPr/>
          <p:nvPr userDrawn="1"/>
        </p:nvCxnSpPr>
        <p:spPr>
          <a:xfrm>
            <a:off x="2021832" y="3862390"/>
            <a:ext cx="3616968" cy="0"/>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ubtítulo + texto">
    <p:spTree>
      <p:nvGrpSpPr>
        <p:cNvPr id="1" name=""/>
        <p:cNvGrpSpPr/>
        <p:nvPr/>
      </p:nvGrpSpPr>
      <p:grpSpPr>
        <a:xfrm>
          <a:off x="0" y="0"/>
          <a:ext cx="0" cy="0"/>
          <a:chOff x="0" y="0"/>
          <a:chExt cx="0" cy="0"/>
        </a:xfrm>
      </p:grpSpPr>
      <p:sp>
        <p:nvSpPr>
          <p:cNvPr id="7" name="Título 1"/>
          <p:cNvSpPr>
            <a:spLocks noGrp="1"/>
          </p:cNvSpPr>
          <p:nvPr>
            <p:ph type="ctrTitle" hasCustomPrompt="1"/>
          </p:nvPr>
        </p:nvSpPr>
        <p:spPr>
          <a:xfrm>
            <a:off x="609600" y="887457"/>
            <a:ext cx="9635067" cy="524827"/>
          </a:xfrm>
        </p:spPr>
        <p:txBody>
          <a:bodyPr>
            <a:normAutofit/>
          </a:bodyPr>
          <a:lstStyle>
            <a:lvl1pPr algn="l">
              <a:defRPr sz="2800" b="1">
                <a:solidFill>
                  <a:srgbClr val="000000"/>
                </a:solidFill>
                <a:latin typeface="+mj-lt"/>
                <a:cs typeface="Arial"/>
              </a:defRPr>
            </a:lvl1pPr>
          </a:lstStyle>
          <a:p>
            <a:r>
              <a:rPr lang="es-ES_tradnl" dirty="0" smtClean="0"/>
              <a:t>Clic para editar título</a:t>
            </a:r>
            <a:endParaRPr lang="es-ES" dirty="0"/>
          </a:p>
        </p:txBody>
      </p:sp>
      <p:sp>
        <p:nvSpPr>
          <p:cNvPr id="8" name="Subtítulo 2"/>
          <p:cNvSpPr>
            <a:spLocks noGrp="1"/>
          </p:cNvSpPr>
          <p:nvPr>
            <p:ph type="subTitle" idx="1" hasCustomPrompt="1"/>
          </p:nvPr>
        </p:nvSpPr>
        <p:spPr>
          <a:xfrm>
            <a:off x="609600" y="1713574"/>
            <a:ext cx="10972800" cy="854703"/>
          </a:xfrm>
          <a:prstGeom prst="rect">
            <a:avLst/>
          </a:prstGeom>
        </p:spPr>
        <p:txBody>
          <a:bodyPr>
            <a:normAutofit/>
          </a:bodyPr>
          <a:lstStyle>
            <a:lvl1pPr marL="0" indent="0" algn="l">
              <a:buNone/>
              <a:defRPr sz="2000">
                <a:solidFill>
                  <a:schemeClr val="tx1">
                    <a:lumMod val="65000"/>
                    <a:lumOff val="35000"/>
                  </a:schemeClr>
                </a:solidFill>
                <a:latin typeface="+mj-lt"/>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dirty="0" smtClean="0"/>
              <a:t>Haga clic para modificar el estilo de subtítulo del patrón</a:t>
            </a:r>
            <a:endParaRPr lang="es-ES" dirty="0"/>
          </a:p>
        </p:txBody>
      </p:sp>
      <p:sp>
        <p:nvSpPr>
          <p:cNvPr id="42" name="Marcador de contenido 41"/>
          <p:cNvSpPr>
            <a:spLocks noGrp="1"/>
          </p:cNvSpPr>
          <p:nvPr>
            <p:ph sz="quarter" idx="10" hasCustomPrompt="1"/>
          </p:nvPr>
        </p:nvSpPr>
        <p:spPr>
          <a:xfrm>
            <a:off x="609600" y="2655867"/>
            <a:ext cx="10972800" cy="3285079"/>
          </a:xfrm>
        </p:spPr>
        <p:txBody>
          <a:bodyPr/>
          <a:lstStyle/>
          <a:p>
            <a:pPr lvl="0"/>
            <a:r>
              <a:rPr lang="es-ES_tradnl" dirty="0" smtClean="0"/>
              <a:t>Haga clic para modificar el estilo de texto del patrón</a:t>
            </a:r>
            <a:endParaRPr lang="es-ES_tradnl" dirty="0" smtClean="0"/>
          </a:p>
          <a:p>
            <a:pPr lvl="1"/>
            <a:r>
              <a:rPr lang="es-ES_tradnl" dirty="0" smtClean="0"/>
              <a:t>Segundo nivel</a:t>
            </a:r>
            <a:endParaRPr lang="es-ES_tradnl" dirty="0" smtClean="0"/>
          </a:p>
          <a:p>
            <a:pPr lvl="2"/>
            <a:r>
              <a:rPr lang="es-ES_tradnl" dirty="0" smtClean="0"/>
              <a:t>Tercer nivel</a:t>
            </a:r>
            <a:endParaRPr lang="es-ES_tradnl" dirty="0" smtClean="0"/>
          </a:p>
          <a:p>
            <a:pPr lvl="3"/>
            <a:r>
              <a:rPr lang="es-ES_tradnl" dirty="0" smtClean="0"/>
              <a:t>Cuarto nivel</a:t>
            </a:r>
            <a:endParaRPr lang="es-ES_tradnl" dirty="0" smtClean="0"/>
          </a:p>
          <a:p>
            <a:pPr lvl="4"/>
            <a:r>
              <a:rPr lang="es-ES_tradnl" dirty="0" smtClean="0"/>
              <a:t>Quinto nivel</a:t>
            </a:r>
            <a:endParaRPr lang="es-ES" dirty="0"/>
          </a:p>
        </p:txBody>
      </p:sp>
      <p:cxnSp>
        <p:nvCxnSpPr>
          <p:cNvPr id="9" name="Conector recto 8"/>
          <p:cNvCxnSpPr/>
          <p:nvPr userDrawn="1"/>
        </p:nvCxnSpPr>
        <p:spPr>
          <a:xfrm>
            <a:off x="661702" y="1478842"/>
            <a:ext cx="10939895" cy="0"/>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6" name="Conector recto 5"/>
          <p:cNvCxnSpPr/>
          <p:nvPr userDrawn="1"/>
        </p:nvCxnSpPr>
        <p:spPr>
          <a:xfrm>
            <a:off x="35649" y="6845014"/>
            <a:ext cx="12132000" cy="1896"/>
          </a:xfrm>
          <a:prstGeom prst="line">
            <a:avLst/>
          </a:prstGeom>
          <a:ln w="82550" cap="sq"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2" name="Rectángulo 1"/>
          <p:cNvSpPr/>
          <p:nvPr userDrawn="1"/>
        </p:nvSpPr>
        <p:spPr>
          <a:xfrm>
            <a:off x="3677265" y="127819"/>
            <a:ext cx="1307690" cy="5801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s-ES" dirty="0"/>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Normal">
    <p:spTree>
      <p:nvGrpSpPr>
        <p:cNvPr id="1" name=""/>
        <p:cNvGrpSpPr/>
        <p:nvPr/>
      </p:nvGrpSpPr>
      <p:grpSpPr>
        <a:xfrm>
          <a:off x="0" y="0"/>
          <a:ext cx="0" cy="0"/>
          <a:chOff x="0" y="0"/>
          <a:chExt cx="0" cy="0"/>
        </a:xfrm>
      </p:grpSpPr>
      <p:sp>
        <p:nvSpPr>
          <p:cNvPr id="3" name="Marcador de contenido 2"/>
          <p:cNvSpPr>
            <a:spLocks noGrp="1"/>
          </p:cNvSpPr>
          <p:nvPr>
            <p:ph sz="quarter" idx="10" hasCustomPrompt="1"/>
          </p:nvPr>
        </p:nvSpPr>
        <p:spPr>
          <a:xfrm>
            <a:off x="613834" y="1727200"/>
            <a:ext cx="10977033" cy="4230679"/>
          </a:xfrm>
        </p:spPr>
        <p:txBody>
          <a:bodyPr/>
          <a:lstStyle/>
          <a:p>
            <a:pPr lvl="0"/>
            <a:r>
              <a:rPr lang="es-ES_tradnl" dirty="0" smtClean="0"/>
              <a:t>Haga clic para modificar el estilo de texto del patrón</a:t>
            </a:r>
            <a:endParaRPr lang="es-ES_tradnl" dirty="0" smtClean="0"/>
          </a:p>
          <a:p>
            <a:pPr lvl="1"/>
            <a:r>
              <a:rPr lang="es-ES_tradnl" dirty="0" smtClean="0"/>
              <a:t>Segundo nivel</a:t>
            </a:r>
            <a:endParaRPr lang="es-ES_tradnl" dirty="0" smtClean="0"/>
          </a:p>
          <a:p>
            <a:pPr lvl="2"/>
            <a:r>
              <a:rPr lang="es-ES_tradnl" dirty="0" smtClean="0"/>
              <a:t>Tercer nivel</a:t>
            </a:r>
            <a:endParaRPr lang="es-ES_tradnl" dirty="0" smtClean="0"/>
          </a:p>
          <a:p>
            <a:pPr lvl="3"/>
            <a:r>
              <a:rPr lang="es-ES_tradnl" dirty="0" smtClean="0"/>
              <a:t>Cuarto nivel</a:t>
            </a:r>
            <a:endParaRPr lang="es-ES_tradnl" dirty="0" smtClean="0"/>
          </a:p>
          <a:p>
            <a:pPr lvl="4"/>
            <a:r>
              <a:rPr lang="es-ES_tradnl" dirty="0" smtClean="0"/>
              <a:t>Quinto nivel</a:t>
            </a:r>
            <a:endParaRPr lang="es-ES" dirty="0"/>
          </a:p>
        </p:txBody>
      </p:sp>
      <p:cxnSp>
        <p:nvCxnSpPr>
          <p:cNvPr id="6" name="Conector recto 5"/>
          <p:cNvCxnSpPr/>
          <p:nvPr userDrawn="1"/>
        </p:nvCxnSpPr>
        <p:spPr>
          <a:xfrm>
            <a:off x="0" y="6845014"/>
            <a:ext cx="12192000" cy="1896"/>
          </a:xfrm>
          <a:prstGeom prst="line">
            <a:avLst/>
          </a:prstGeom>
          <a:ln w="82550" cap="sq"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8" name="Título 1"/>
          <p:cNvSpPr>
            <a:spLocks noGrp="1"/>
          </p:cNvSpPr>
          <p:nvPr>
            <p:ph type="ctrTitle" hasCustomPrompt="1"/>
          </p:nvPr>
        </p:nvSpPr>
        <p:spPr>
          <a:xfrm>
            <a:off x="609600" y="887457"/>
            <a:ext cx="9635067" cy="524827"/>
          </a:xfrm>
        </p:spPr>
        <p:txBody>
          <a:bodyPr>
            <a:normAutofit/>
          </a:bodyPr>
          <a:lstStyle>
            <a:lvl1pPr algn="l">
              <a:defRPr sz="2800" b="1">
                <a:solidFill>
                  <a:srgbClr val="000000"/>
                </a:solidFill>
                <a:latin typeface="+mj-lt"/>
                <a:cs typeface="Arial"/>
              </a:defRPr>
            </a:lvl1pPr>
          </a:lstStyle>
          <a:p>
            <a:r>
              <a:rPr lang="es-ES_tradnl" dirty="0" smtClean="0"/>
              <a:t>Clic para editar título</a:t>
            </a:r>
            <a:endParaRPr lang="es-ES" dirty="0"/>
          </a:p>
        </p:txBody>
      </p:sp>
      <p:cxnSp>
        <p:nvCxnSpPr>
          <p:cNvPr id="10" name="Conector recto 9"/>
          <p:cNvCxnSpPr/>
          <p:nvPr userDrawn="1"/>
        </p:nvCxnSpPr>
        <p:spPr>
          <a:xfrm>
            <a:off x="661702" y="1478842"/>
            <a:ext cx="10939895" cy="0"/>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pic>
        <p:nvPicPr>
          <p:cNvPr id="11" name="Imagen 10"/>
          <p:cNvPicPr>
            <a:picLocks noChangeAspect="1"/>
          </p:cNvPicPr>
          <p:nvPr userDrawn="1"/>
        </p:nvPicPr>
        <p:blipFill>
          <a:blip r:embed="rId2" cstate="print"/>
          <a:stretch>
            <a:fillRect/>
          </a:stretch>
        </p:blipFill>
        <p:spPr>
          <a:xfrm>
            <a:off x="85802" y="6381607"/>
            <a:ext cx="899715" cy="431151"/>
          </a:xfrm>
          <a:prstGeom prst="rect">
            <a:avLst/>
          </a:prstGeom>
        </p:spPr>
      </p:pic>
      <p:sp>
        <p:nvSpPr>
          <p:cNvPr id="13" name="Marcador de texto 12"/>
          <p:cNvSpPr>
            <a:spLocks noGrp="1"/>
          </p:cNvSpPr>
          <p:nvPr>
            <p:ph type="body" sz="quarter" idx="11" hasCustomPrompt="1"/>
          </p:nvPr>
        </p:nvSpPr>
        <p:spPr>
          <a:xfrm>
            <a:off x="609600" y="638918"/>
            <a:ext cx="5166167" cy="389573"/>
          </a:xfrm>
        </p:spPr>
        <p:txBody>
          <a:bodyPr anchor="ctr"/>
          <a:lstStyle>
            <a:lvl1pPr>
              <a:defRPr b="1">
                <a:solidFill>
                  <a:schemeClr val="tx1">
                    <a:lumMod val="65000"/>
                    <a:lumOff val="35000"/>
                  </a:schemeClr>
                </a:solidFill>
                <a:effectLst>
                  <a:outerShdw blurRad="38100" dist="38100" dir="2700000" algn="tl">
                    <a:srgbClr val="000000">
                      <a:alpha val="43137"/>
                    </a:srgbClr>
                  </a:outerShdw>
                </a:effectLst>
              </a:defRPr>
            </a:lvl1pPr>
          </a:lstStyle>
          <a:p>
            <a:pPr lvl="0"/>
            <a:r>
              <a:rPr lang="es-ES" dirty="0" smtClean="0"/>
              <a:t>Clic para modificar título de Sección</a:t>
            </a:r>
            <a:endParaRPr lang="es-CO" dirty="0"/>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as">
    <p:spTree>
      <p:nvGrpSpPr>
        <p:cNvPr id="1" name=""/>
        <p:cNvGrpSpPr/>
        <p:nvPr/>
      </p:nvGrpSpPr>
      <p:grpSpPr>
        <a:xfrm>
          <a:off x="0" y="0"/>
          <a:ext cx="0" cy="0"/>
          <a:chOff x="0" y="0"/>
          <a:chExt cx="0" cy="0"/>
        </a:xfrm>
      </p:grpSpPr>
      <p:sp>
        <p:nvSpPr>
          <p:cNvPr id="3" name="Marcador de contenido 2"/>
          <p:cNvSpPr>
            <a:spLocks noGrp="1"/>
          </p:cNvSpPr>
          <p:nvPr>
            <p:ph sz="quarter" idx="10" hasCustomPrompt="1"/>
          </p:nvPr>
        </p:nvSpPr>
        <p:spPr>
          <a:xfrm>
            <a:off x="613834" y="1845733"/>
            <a:ext cx="5370865" cy="4340755"/>
          </a:xfrm>
        </p:spPr>
        <p:txBody>
          <a:bodyPr/>
          <a:lstStyle/>
          <a:p>
            <a:pPr lvl="0"/>
            <a:r>
              <a:rPr lang="es-ES_tradnl" smtClean="0"/>
              <a:t>Haga clic para modificar el estilo de texto del patrón</a:t>
            </a:r>
            <a:endParaRPr lang="es-ES_tradnl" smtClean="0"/>
          </a:p>
          <a:p>
            <a:pPr lvl="1"/>
            <a:r>
              <a:rPr lang="es-ES_tradnl" smtClean="0"/>
              <a:t>Segundo nivel</a:t>
            </a:r>
            <a:endParaRPr lang="es-ES_tradnl" smtClean="0"/>
          </a:p>
          <a:p>
            <a:pPr lvl="2"/>
            <a:r>
              <a:rPr lang="es-ES_tradnl" smtClean="0"/>
              <a:t>Tercer nivel</a:t>
            </a:r>
            <a:endParaRPr lang="es-ES_tradnl" smtClean="0"/>
          </a:p>
          <a:p>
            <a:pPr lvl="3"/>
            <a:r>
              <a:rPr lang="es-ES_tradnl" smtClean="0"/>
              <a:t>Cuarto nivel</a:t>
            </a:r>
            <a:endParaRPr lang="es-ES_tradnl" smtClean="0"/>
          </a:p>
          <a:p>
            <a:pPr lvl="4"/>
            <a:r>
              <a:rPr lang="es-ES_tradnl" smtClean="0"/>
              <a:t>Quinto nivel</a:t>
            </a:r>
            <a:endParaRPr lang="es-ES"/>
          </a:p>
        </p:txBody>
      </p:sp>
      <p:sp>
        <p:nvSpPr>
          <p:cNvPr id="4" name="Marcador de contenido 2"/>
          <p:cNvSpPr>
            <a:spLocks noGrp="1"/>
          </p:cNvSpPr>
          <p:nvPr>
            <p:ph sz="quarter" idx="11" hasCustomPrompt="1"/>
          </p:nvPr>
        </p:nvSpPr>
        <p:spPr>
          <a:xfrm>
            <a:off x="6219016" y="1845733"/>
            <a:ext cx="5370865" cy="4340755"/>
          </a:xfrm>
        </p:spPr>
        <p:txBody>
          <a:bodyPr/>
          <a:lstStyle/>
          <a:p>
            <a:pPr lvl="0"/>
            <a:r>
              <a:rPr lang="es-ES_tradnl" dirty="0" smtClean="0"/>
              <a:t>Haga clic para modificar el estilo de texto del patrón</a:t>
            </a:r>
            <a:endParaRPr lang="es-ES_tradnl" dirty="0" smtClean="0"/>
          </a:p>
          <a:p>
            <a:pPr lvl="1"/>
            <a:r>
              <a:rPr lang="es-ES_tradnl" dirty="0" smtClean="0"/>
              <a:t>Segundo nivel</a:t>
            </a:r>
            <a:endParaRPr lang="es-ES_tradnl" dirty="0" smtClean="0"/>
          </a:p>
          <a:p>
            <a:pPr lvl="2"/>
            <a:r>
              <a:rPr lang="es-ES_tradnl" dirty="0" smtClean="0"/>
              <a:t>Tercer nivel</a:t>
            </a:r>
            <a:endParaRPr lang="es-ES_tradnl" dirty="0" smtClean="0"/>
          </a:p>
          <a:p>
            <a:pPr lvl="3"/>
            <a:r>
              <a:rPr lang="es-ES_tradnl" dirty="0" smtClean="0"/>
              <a:t>Cuarto nivel</a:t>
            </a:r>
            <a:endParaRPr lang="es-ES_tradnl" dirty="0" smtClean="0"/>
          </a:p>
          <a:p>
            <a:pPr lvl="4"/>
            <a:r>
              <a:rPr lang="es-ES_tradnl" dirty="0" smtClean="0"/>
              <a:t>Quinto nivel</a:t>
            </a:r>
            <a:endParaRPr lang="es-ES" dirty="0"/>
          </a:p>
        </p:txBody>
      </p:sp>
      <p:cxnSp>
        <p:nvCxnSpPr>
          <p:cNvPr id="6" name="Conector recto 5"/>
          <p:cNvCxnSpPr/>
          <p:nvPr userDrawn="1"/>
        </p:nvCxnSpPr>
        <p:spPr>
          <a:xfrm>
            <a:off x="0" y="6845014"/>
            <a:ext cx="12192000" cy="1896"/>
          </a:xfrm>
          <a:prstGeom prst="line">
            <a:avLst/>
          </a:prstGeom>
          <a:ln w="82550" cap="sq"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8" name="Título 1"/>
          <p:cNvSpPr>
            <a:spLocks noGrp="1"/>
          </p:cNvSpPr>
          <p:nvPr>
            <p:ph type="ctrTitle" hasCustomPrompt="1"/>
          </p:nvPr>
        </p:nvSpPr>
        <p:spPr>
          <a:xfrm>
            <a:off x="609600" y="887457"/>
            <a:ext cx="9635067" cy="524827"/>
          </a:xfrm>
        </p:spPr>
        <p:txBody>
          <a:bodyPr>
            <a:normAutofit/>
          </a:bodyPr>
          <a:lstStyle>
            <a:lvl1pPr algn="l">
              <a:defRPr sz="2800" b="1">
                <a:solidFill>
                  <a:srgbClr val="000000"/>
                </a:solidFill>
                <a:latin typeface="+mj-lt"/>
                <a:cs typeface="Arial"/>
              </a:defRPr>
            </a:lvl1pPr>
          </a:lstStyle>
          <a:p>
            <a:r>
              <a:rPr lang="es-ES_tradnl" dirty="0" smtClean="0"/>
              <a:t>Clic para editar título</a:t>
            </a:r>
            <a:endParaRPr lang="es-ES" dirty="0"/>
          </a:p>
        </p:txBody>
      </p:sp>
      <p:cxnSp>
        <p:nvCxnSpPr>
          <p:cNvPr id="9" name="Conector recto 8"/>
          <p:cNvCxnSpPr/>
          <p:nvPr userDrawn="1"/>
        </p:nvCxnSpPr>
        <p:spPr>
          <a:xfrm>
            <a:off x="661702" y="1478842"/>
            <a:ext cx="10939895" cy="0"/>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3">
    <p:spTree>
      <p:nvGrpSpPr>
        <p:cNvPr id="1" name=""/>
        <p:cNvGrpSpPr/>
        <p:nvPr/>
      </p:nvGrpSpPr>
      <p:grpSpPr>
        <a:xfrm>
          <a:off x="0" y="0"/>
          <a:ext cx="0" cy="0"/>
          <a:chOff x="0" y="0"/>
          <a:chExt cx="0" cy="0"/>
        </a:xfrm>
      </p:grpSpPr>
      <p:sp>
        <p:nvSpPr>
          <p:cNvPr id="3" name="Marcador de contenido 2"/>
          <p:cNvSpPr>
            <a:spLocks noGrp="1"/>
          </p:cNvSpPr>
          <p:nvPr>
            <p:ph sz="quarter" idx="10" hasCustomPrompt="1"/>
          </p:nvPr>
        </p:nvSpPr>
        <p:spPr>
          <a:xfrm>
            <a:off x="613835" y="1811867"/>
            <a:ext cx="3122955" cy="4374621"/>
          </a:xfrm>
        </p:spPr>
        <p:txBody>
          <a:bodyPr/>
          <a:lstStyle/>
          <a:p>
            <a:pPr lvl="0"/>
            <a:r>
              <a:rPr lang="es-ES_tradnl" dirty="0" smtClean="0"/>
              <a:t>Haga clic para modificar el estilo de texto del patrón</a:t>
            </a:r>
            <a:endParaRPr lang="es-ES_tradnl" dirty="0" smtClean="0"/>
          </a:p>
          <a:p>
            <a:pPr lvl="1"/>
            <a:r>
              <a:rPr lang="es-ES_tradnl" dirty="0" smtClean="0"/>
              <a:t>Segundo nivel</a:t>
            </a:r>
            <a:endParaRPr lang="es-ES_tradnl" dirty="0" smtClean="0"/>
          </a:p>
          <a:p>
            <a:pPr lvl="2"/>
            <a:r>
              <a:rPr lang="es-ES_tradnl" dirty="0" smtClean="0"/>
              <a:t>Tercer nivel</a:t>
            </a:r>
            <a:endParaRPr lang="es-ES_tradnl" dirty="0" smtClean="0"/>
          </a:p>
          <a:p>
            <a:pPr lvl="3"/>
            <a:r>
              <a:rPr lang="es-ES_tradnl" dirty="0" smtClean="0"/>
              <a:t>Cuarto nivel</a:t>
            </a:r>
            <a:endParaRPr lang="es-ES_tradnl" dirty="0" smtClean="0"/>
          </a:p>
          <a:p>
            <a:pPr lvl="4"/>
            <a:r>
              <a:rPr lang="es-ES_tradnl" dirty="0" smtClean="0"/>
              <a:t>Quinto nivel</a:t>
            </a:r>
            <a:endParaRPr lang="es-ES" dirty="0"/>
          </a:p>
        </p:txBody>
      </p:sp>
      <p:sp>
        <p:nvSpPr>
          <p:cNvPr id="4" name="Marcador de contenido 2"/>
          <p:cNvSpPr>
            <a:spLocks noGrp="1"/>
          </p:cNvSpPr>
          <p:nvPr>
            <p:ph sz="quarter" idx="11" hasCustomPrompt="1"/>
          </p:nvPr>
        </p:nvSpPr>
        <p:spPr>
          <a:xfrm>
            <a:off x="3984934" y="1811867"/>
            <a:ext cx="7604947" cy="4374621"/>
          </a:xfrm>
        </p:spPr>
        <p:txBody>
          <a:bodyPr/>
          <a:lstStyle/>
          <a:p>
            <a:pPr lvl="0"/>
            <a:r>
              <a:rPr lang="es-ES_tradnl" dirty="0" smtClean="0"/>
              <a:t>Haga clic para modificar el estilo de texto del patrón</a:t>
            </a:r>
            <a:endParaRPr lang="es-ES_tradnl" dirty="0" smtClean="0"/>
          </a:p>
          <a:p>
            <a:pPr lvl="1"/>
            <a:r>
              <a:rPr lang="es-ES_tradnl" dirty="0" smtClean="0"/>
              <a:t>Segundo nivel</a:t>
            </a:r>
            <a:endParaRPr lang="es-ES_tradnl" dirty="0" smtClean="0"/>
          </a:p>
          <a:p>
            <a:pPr lvl="2"/>
            <a:r>
              <a:rPr lang="es-ES_tradnl" dirty="0" smtClean="0"/>
              <a:t>Tercer nivel</a:t>
            </a:r>
            <a:endParaRPr lang="es-ES_tradnl" dirty="0" smtClean="0"/>
          </a:p>
          <a:p>
            <a:pPr lvl="3"/>
            <a:r>
              <a:rPr lang="es-ES_tradnl" dirty="0" smtClean="0"/>
              <a:t>Cuarto nivel</a:t>
            </a:r>
            <a:endParaRPr lang="es-ES_tradnl" dirty="0" smtClean="0"/>
          </a:p>
          <a:p>
            <a:pPr lvl="4"/>
            <a:r>
              <a:rPr lang="es-ES_tradnl" dirty="0" smtClean="0"/>
              <a:t>Quinto nivel</a:t>
            </a:r>
            <a:endParaRPr lang="es-ES" dirty="0"/>
          </a:p>
        </p:txBody>
      </p:sp>
      <p:cxnSp>
        <p:nvCxnSpPr>
          <p:cNvPr id="8" name="Conector recto 7"/>
          <p:cNvCxnSpPr/>
          <p:nvPr userDrawn="1"/>
        </p:nvCxnSpPr>
        <p:spPr>
          <a:xfrm>
            <a:off x="0" y="6845014"/>
            <a:ext cx="12192000" cy="1896"/>
          </a:xfrm>
          <a:prstGeom prst="line">
            <a:avLst/>
          </a:prstGeom>
          <a:ln w="82550" cap="sq"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9" name="Título 1"/>
          <p:cNvSpPr>
            <a:spLocks noGrp="1"/>
          </p:cNvSpPr>
          <p:nvPr>
            <p:ph type="ctrTitle" hasCustomPrompt="1"/>
          </p:nvPr>
        </p:nvSpPr>
        <p:spPr>
          <a:xfrm>
            <a:off x="609600" y="887457"/>
            <a:ext cx="9635067" cy="524827"/>
          </a:xfrm>
        </p:spPr>
        <p:txBody>
          <a:bodyPr>
            <a:normAutofit/>
          </a:bodyPr>
          <a:lstStyle>
            <a:lvl1pPr algn="l">
              <a:defRPr sz="2800" b="1">
                <a:solidFill>
                  <a:srgbClr val="000000"/>
                </a:solidFill>
                <a:latin typeface="+mj-lt"/>
                <a:cs typeface="Arial"/>
              </a:defRPr>
            </a:lvl1pPr>
          </a:lstStyle>
          <a:p>
            <a:r>
              <a:rPr lang="es-ES_tradnl" dirty="0" smtClean="0"/>
              <a:t>Clic para editar título</a:t>
            </a:r>
            <a:endParaRPr lang="es-ES" dirty="0"/>
          </a:p>
        </p:txBody>
      </p:sp>
      <p:cxnSp>
        <p:nvCxnSpPr>
          <p:cNvPr id="10" name="Conector recto 9"/>
          <p:cNvCxnSpPr/>
          <p:nvPr userDrawn="1"/>
        </p:nvCxnSpPr>
        <p:spPr>
          <a:xfrm>
            <a:off x="661702" y="1478842"/>
            <a:ext cx="10939895" cy="0"/>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1">
    <p:spTree>
      <p:nvGrpSpPr>
        <p:cNvPr id="1" name=""/>
        <p:cNvGrpSpPr/>
        <p:nvPr/>
      </p:nvGrpSpPr>
      <p:grpSpPr>
        <a:xfrm>
          <a:off x="0" y="0"/>
          <a:ext cx="0" cy="0"/>
          <a:chOff x="0" y="0"/>
          <a:chExt cx="0" cy="0"/>
        </a:xfrm>
      </p:grpSpPr>
      <p:sp>
        <p:nvSpPr>
          <p:cNvPr id="3" name="Marcador de contenido 2"/>
          <p:cNvSpPr>
            <a:spLocks noGrp="1"/>
          </p:cNvSpPr>
          <p:nvPr>
            <p:ph sz="quarter" idx="10" hasCustomPrompt="1"/>
          </p:nvPr>
        </p:nvSpPr>
        <p:spPr>
          <a:xfrm>
            <a:off x="613835" y="1879600"/>
            <a:ext cx="7618776" cy="4306888"/>
          </a:xfrm>
        </p:spPr>
        <p:txBody>
          <a:bodyPr/>
          <a:lstStyle/>
          <a:p>
            <a:pPr lvl="0"/>
            <a:r>
              <a:rPr lang="es-ES_tradnl" dirty="0" smtClean="0"/>
              <a:t>Haga clic para modificar el estilo de texto del patrón</a:t>
            </a:r>
            <a:endParaRPr lang="es-ES_tradnl" dirty="0" smtClean="0"/>
          </a:p>
          <a:p>
            <a:pPr lvl="1"/>
            <a:r>
              <a:rPr lang="es-ES_tradnl" dirty="0" smtClean="0"/>
              <a:t>Segundo nivel</a:t>
            </a:r>
            <a:endParaRPr lang="es-ES_tradnl" dirty="0" smtClean="0"/>
          </a:p>
          <a:p>
            <a:pPr lvl="2"/>
            <a:r>
              <a:rPr lang="es-ES_tradnl" dirty="0" smtClean="0"/>
              <a:t>Tercer nivel</a:t>
            </a:r>
            <a:endParaRPr lang="es-ES_tradnl" dirty="0" smtClean="0"/>
          </a:p>
          <a:p>
            <a:pPr lvl="3"/>
            <a:r>
              <a:rPr lang="es-ES_tradnl" dirty="0" smtClean="0"/>
              <a:t>Cuarto nivel</a:t>
            </a:r>
            <a:endParaRPr lang="es-ES_tradnl" dirty="0" smtClean="0"/>
          </a:p>
          <a:p>
            <a:pPr lvl="4"/>
            <a:r>
              <a:rPr lang="es-ES_tradnl" dirty="0" smtClean="0"/>
              <a:t>Quinto nivel</a:t>
            </a:r>
            <a:endParaRPr lang="es-ES" dirty="0"/>
          </a:p>
        </p:txBody>
      </p:sp>
      <p:sp>
        <p:nvSpPr>
          <p:cNvPr id="4" name="Marcador de contenido 2"/>
          <p:cNvSpPr>
            <a:spLocks noGrp="1"/>
          </p:cNvSpPr>
          <p:nvPr>
            <p:ph sz="quarter" idx="11" hasCustomPrompt="1"/>
          </p:nvPr>
        </p:nvSpPr>
        <p:spPr>
          <a:xfrm>
            <a:off x="8480757" y="1879600"/>
            <a:ext cx="3109124" cy="4306888"/>
          </a:xfrm>
        </p:spPr>
        <p:txBody>
          <a:bodyPr/>
          <a:lstStyle/>
          <a:p>
            <a:pPr lvl="0"/>
            <a:r>
              <a:rPr lang="es-ES_tradnl" smtClean="0"/>
              <a:t>Haga clic para modificar el estilo de texto del patrón</a:t>
            </a:r>
            <a:endParaRPr lang="es-ES_tradnl" smtClean="0"/>
          </a:p>
          <a:p>
            <a:pPr lvl="1"/>
            <a:r>
              <a:rPr lang="es-ES_tradnl" smtClean="0"/>
              <a:t>Segundo nivel</a:t>
            </a:r>
            <a:endParaRPr lang="es-ES_tradnl" smtClean="0"/>
          </a:p>
          <a:p>
            <a:pPr lvl="2"/>
            <a:r>
              <a:rPr lang="es-ES_tradnl" smtClean="0"/>
              <a:t>Tercer nivel</a:t>
            </a:r>
            <a:endParaRPr lang="es-ES_tradnl" smtClean="0"/>
          </a:p>
          <a:p>
            <a:pPr lvl="3"/>
            <a:r>
              <a:rPr lang="es-ES_tradnl" smtClean="0"/>
              <a:t>Cuarto nivel</a:t>
            </a:r>
            <a:endParaRPr lang="es-ES_tradnl" smtClean="0"/>
          </a:p>
          <a:p>
            <a:pPr lvl="4"/>
            <a:r>
              <a:rPr lang="es-ES_tradnl" smtClean="0"/>
              <a:t>Quinto nivel</a:t>
            </a:r>
            <a:endParaRPr lang="es-ES"/>
          </a:p>
        </p:txBody>
      </p:sp>
      <p:cxnSp>
        <p:nvCxnSpPr>
          <p:cNvPr id="6" name="Conector recto 5"/>
          <p:cNvCxnSpPr/>
          <p:nvPr userDrawn="1"/>
        </p:nvCxnSpPr>
        <p:spPr>
          <a:xfrm>
            <a:off x="0" y="6845014"/>
            <a:ext cx="12192000" cy="1896"/>
          </a:xfrm>
          <a:prstGeom prst="line">
            <a:avLst/>
          </a:prstGeom>
          <a:ln w="82550" cap="sq"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8" name="Título 1"/>
          <p:cNvSpPr>
            <a:spLocks noGrp="1"/>
          </p:cNvSpPr>
          <p:nvPr>
            <p:ph type="ctrTitle" hasCustomPrompt="1"/>
          </p:nvPr>
        </p:nvSpPr>
        <p:spPr>
          <a:xfrm>
            <a:off x="609600" y="887457"/>
            <a:ext cx="9635067" cy="524827"/>
          </a:xfrm>
        </p:spPr>
        <p:txBody>
          <a:bodyPr>
            <a:normAutofit/>
          </a:bodyPr>
          <a:lstStyle>
            <a:lvl1pPr algn="l">
              <a:defRPr sz="2800" b="1">
                <a:solidFill>
                  <a:srgbClr val="000000"/>
                </a:solidFill>
                <a:latin typeface="+mj-lt"/>
                <a:cs typeface="Arial"/>
              </a:defRPr>
            </a:lvl1pPr>
          </a:lstStyle>
          <a:p>
            <a:r>
              <a:rPr lang="es-ES_tradnl" dirty="0" smtClean="0"/>
              <a:t>Clic para editar título</a:t>
            </a:r>
            <a:endParaRPr lang="es-ES" dirty="0"/>
          </a:p>
        </p:txBody>
      </p:sp>
      <p:cxnSp>
        <p:nvCxnSpPr>
          <p:cNvPr id="9" name="Conector recto 8"/>
          <p:cNvCxnSpPr/>
          <p:nvPr userDrawn="1"/>
        </p:nvCxnSpPr>
        <p:spPr>
          <a:xfrm>
            <a:off x="661702" y="1478842"/>
            <a:ext cx="10939895" cy="0"/>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col + tit">
    <p:spTree>
      <p:nvGrpSpPr>
        <p:cNvPr id="1" name=""/>
        <p:cNvGrpSpPr/>
        <p:nvPr/>
      </p:nvGrpSpPr>
      <p:grpSpPr>
        <a:xfrm>
          <a:off x="0" y="0"/>
          <a:ext cx="0" cy="0"/>
          <a:chOff x="0" y="0"/>
          <a:chExt cx="0" cy="0"/>
        </a:xfrm>
      </p:grpSpPr>
      <p:sp>
        <p:nvSpPr>
          <p:cNvPr id="3" name="Marcador de contenido 2"/>
          <p:cNvSpPr>
            <a:spLocks noGrp="1"/>
          </p:cNvSpPr>
          <p:nvPr>
            <p:ph sz="quarter" idx="10" hasCustomPrompt="1"/>
          </p:nvPr>
        </p:nvSpPr>
        <p:spPr>
          <a:xfrm>
            <a:off x="5123792" y="1555067"/>
            <a:ext cx="3108819" cy="4779962"/>
          </a:xfrm>
        </p:spPr>
        <p:txBody>
          <a:bodyPr/>
          <a:lstStyle/>
          <a:p>
            <a:pPr lvl="0"/>
            <a:r>
              <a:rPr lang="es-ES_tradnl" smtClean="0"/>
              <a:t>Haga clic para modificar el estilo de texto del patrón</a:t>
            </a:r>
            <a:endParaRPr lang="es-ES_tradnl" smtClean="0"/>
          </a:p>
          <a:p>
            <a:pPr lvl="1"/>
            <a:r>
              <a:rPr lang="es-ES_tradnl" smtClean="0"/>
              <a:t>Segundo nivel</a:t>
            </a:r>
            <a:endParaRPr lang="es-ES_tradnl" smtClean="0"/>
          </a:p>
          <a:p>
            <a:pPr lvl="2"/>
            <a:r>
              <a:rPr lang="es-ES_tradnl" smtClean="0"/>
              <a:t>Tercer nivel</a:t>
            </a:r>
            <a:endParaRPr lang="es-ES_tradnl" smtClean="0"/>
          </a:p>
          <a:p>
            <a:pPr lvl="3"/>
            <a:r>
              <a:rPr lang="es-ES_tradnl" smtClean="0"/>
              <a:t>Cuarto nivel</a:t>
            </a:r>
            <a:endParaRPr lang="es-ES_tradnl" smtClean="0"/>
          </a:p>
          <a:p>
            <a:pPr lvl="4"/>
            <a:r>
              <a:rPr lang="es-ES_tradnl" smtClean="0"/>
              <a:t>Quinto nivel</a:t>
            </a:r>
            <a:endParaRPr lang="es-ES"/>
          </a:p>
        </p:txBody>
      </p:sp>
      <p:sp>
        <p:nvSpPr>
          <p:cNvPr id="6" name="Marcador de contenido 2"/>
          <p:cNvSpPr>
            <a:spLocks noGrp="1"/>
          </p:cNvSpPr>
          <p:nvPr>
            <p:ph sz="quarter" idx="11" hasCustomPrompt="1"/>
          </p:nvPr>
        </p:nvSpPr>
        <p:spPr>
          <a:xfrm>
            <a:off x="8481063" y="1555067"/>
            <a:ext cx="3108819" cy="4779962"/>
          </a:xfrm>
        </p:spPr>
        <p:txBody>
          <a:bodyPr/>
          <a:lstStyle/>
          <a:p>
            <a:pPr lvl="0"/>
            <a:r>
              <a:rPr lang="es-ES_tradnl" smtClean="0"/>
              <a:t>Haga clic para modificar el estilo de texto del patrón</a:t>
            </a:r>
            <a:endParaRPr lang="es-ES_tradnl" smtClean="0"/>
          </a:p>
          <a:p>
            <a:pPr lvl="1"/>
            <a:r>
              <a:rPr lang="es-ES_tradnl" smtClean="0"/>
              <a:t>Segundo nivel</a:t>
            </a:r>
            <a:endParaRPr lang="es-ES_tradnl" smtClean="0"/>
          </a:p>
          <a:p>
            <a:pPr lvl="2"/>
            <a:r>
              <a:rPr lang="es-ES_tradnl" smtClean="0"/>
              <a:t>Tercer nivel</a:t>
            </a:r>
            <a:endParaRPr lang="es-ES_tradnl" smtClean="0"/>
          </a:p>
          <a:p>
            <a:pPr lvl="3"/>
            <a:r>
              <a:rPr lang="es-ES_tradnl" smtClean="0"/>
              <a:t>Cuarto nivel</a:t>
            </a:r>
            <a:endParaRPr lang="es-ES_tradnl" smtClean="0"/>
          </a:p>
          <a:p>
            <a:pPr lvl="4"/>
            <a:r>
              <a:rPr lang="es-ES_tradnl" smtClean="0"/>
              <a:t>Quinto nivel</a:t>
            </a:r>
            <a:endParaRPr lang="es-ES"/>
          </a:p>
        </p:txBody>
      </p:sp>
      <p:cxnSp>
        <p:nvCxnSpPr>
          <p:cNvPr id="9" name="Conector recto 8"/>
          <p:cNvCxnSpPr/>
          <p:nvPr userDrawn="1"/>
        </p:nvCxnSpPr>
        <p:spPr>
          <a:xfrm>
            <a:off x="0" y="6845014"/>
            <a:ext cx="12192000" cy="1896"/>
          </a:xfrm>
          <a:prstGeom prst="line">
            <a:avLst/>
          </a:prstGeom>
          <a:ln w="82550" cap="sq"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8" name="Título 1"/>
          <p:cNvSpPr>
            <a:spLocks noGrp="1"/>
          </p:cNvSpPr>
          <p:nvPr>
            <p:ph type="ctrTitle" hasCustomPrompt="1"/>
          </p:nvPr>
        </p:nvSpPr>
        <p:spPr>
          <a:xfrm>
            <a:off x="609600" y="887457"/>
            <a:ext cx="9635067" cy="524827"/>
          </a:xfrm>
        </p:spPr>
        <p:txBody>
          <a:bodyPr>
            <a:normAutofit/>
          </a:bodyPr>
          <a:lstStyle>
            <a:lvl1pPr algn="l">
              <a:defRPr sz="2800" b="1">
                <a:solidFill>
                  <a:srgbClr val="000000"/>
                </a:solidFill>
                <a:latin typeface="+mj-lt"/>
                <a:cs typeface="Arial"/>
              </a:defRPr>
            </a:lvl1pPr>
          </a:lstStyle>
          <a:p>
            <a:r>
              <a:rPr lang="es-ES_tradnl" dirty="0" smtClean="0"/>
              <a:t>Clic para editar título</a:t>
            </a:r>
            <a:endParaRPr lang="es-ES" dirty="0"/>
          </a:p>
        </p:txBody>
      </p:sp>
      <p:cxnSp>
        <p:nvCxnSpPr>
          <p:cNvPr id="11" name="Conector recto 10"/>
          <p:cNvCxnSpPr/>
          <p:nvPr userDrawn="1"/>
        </p:nvCxnSpPr>
        <p:spPr>
          <a:xfrm>
            <a:off x="661702" y="1478842"/>
            <a:ext cx="10939895" cy="0"/>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
    <p:spTree>
      <p:nvGrpSpPr>
        <p:cNvPr id="1" name=""/>
        <p:cNvGrpSpPr/>
        <p:nvPr/>
      </p:nvGrpSpPr>
      <p:grpSpPr>
        <a:xfrm>
          <a:off x="0" y="0"/>
          <a:ext cx="0" cy="0"/>
          <a:chOff x="0" y="0"/>
          <a:chExt cx="0" cy="0"/>
        </a:xfrm>
      </p:grpSpPr>
      <p:sp>
        <p:nvSpPr>
          <p:cNvPr id="3" name="Marcador de contenido 2"/>
          <p:cNvSpPr>
            <a:spLocks noGrp="1"/>
          </p:cNvSpPr>
          <p:nvPr>
            <p:ph sz="quarter" idx="10" hasCustomPrompt="1"/>
          </p:nvPr>
        </p:nvSpPr>
        <p:spPr>
          <a:xfrm>
            <a:off x="5123792" y="2091267"/>
            <a:ext cx="3108819" cy="4272790"/>
          </a:xfrm>
        </p:spPr>
        <p:txBody>
          <a:bodyPr/>
          <a:lstStyle/>
          <a:p>
            <a:pPr lvl="0"/>
            <a:r>
              <a:rPr lang="es-ES_tradnl" smtClean="0"/>
              <a:t>Haga clic para modificar el estilo de texto del patrón</a:t>
            </a:r>
            <a:endParaRPr lang="es-ES_tradnl" smtClean="0"/>
          </a:p>
          <a:p>
            <a:pPr lvl="1"/>
            <a:r>
              <a:rPr lang="es-ES_tradnl" smtClean="0"/>
              <a:t>Segundo nivel</a:t>
            </a:r>
            <a:endParaRPr lang="es-ES_tradnl" smtClean="0"/>
          </a:p>
          <a:p>
            <a:pPr lvl="2"/>
            <a:r>
              <a:rPr lang="es-ES_tradnl" smtClean="0"/>
              <a:t>Tercer nivel</a:t>
            </a:r>
            <a:endParaRPr lang="es-ES_tradnl" smtClean="0"/>
          </a:p>
          <a:p>
            <a:pPr lvl="3"/>
            <a:r>
              <a:rPr lang="es-ES_tradnl" smtClean="0"/>
              <a:t>Cuarto nivel</a:t>
            </a:r>
            <a:endParaRPr lang="es-ES_tradnl" smtClean="0"/>
          </a:p>
          <a:p>
            <a:pPr lvl="4"/>
            <a:r>
              <a:rPr lang="es-ES_tradnl" smtClean="0"/>
              <a:t>Quinto nivel</a:t>
            </a:r>
            <a:endParaRPr lang="es-ES"/>
          </a:p>
        </p:txBody>
      </p:sp>
      <p:sp>
        <p:nvSpPr>
          <p:cNvPr id="6" name="Marcador de contenido 2"/>
          <p:cNvSpPr>
            <a:spLocks noGrp="1"/>
          </p:cNvSpPr>
          <p:nvPr>
            <p:ph sz="quarter" idx="11" hasCustomPrompt="1"/>
          </p:nvPr>
        </p:nvSpPr>
        <p:spPr>
          <a:xfrm>
            <a:off x="8481063" y="2091267"/>
            <a:ext cx="3108819" cy="4272790"/>
          </a:xfrm>
        </p:spPr>
        <p:txBody>
          <a:bodyPr/>
          <a:lstStyle/>
          <a:p>
            <a:pPr lvl="0"/>
            <a:r>
              <a:rPr lang="es-ES_tradnl" dirty="0" smtClean="0"/>
              <a:t>Haga clic para modificar el estilo de texto del patrón</a:t>
            </a:r>
            <a:endParaRPr lang="es-ES_tradnl" dirty="0" smtClean="0"/>
          </a:p>
          <a:p>
            <a:pPr lvl="1"/>
            <a:r>
              <a:rPr lang="es-ES_tradnl" dirty="0" smtClean="0"/>
              <a:t>Segundo nivel</a:t>
            </a:r>
            <a:endParaRPr lang="es-ES_tradnl" dirty="0" smtClean="0"/>
          </a:p>
          <a:p>
            <a:pPr lvl="2"/>
            <a:r>
              <a:rPr lang="es-ES_tradnl" dirty="0" smtClean="0"/>
              <a:t>Tercer nivel</a:t>
            </a:r>
            <a:endParaRPr lang="es-ES_tradnl" dirty="0" smtClean="0"/>
          </a:p>
          <a:p>
            <a:pPr lvl="3"/>
            <a:r>
              <a:rPr lang="es-ES_tradnl" dirty="0" smtClean="0"/>
              <a:t>Cuarto nivel</a:t>
            </a:r>
            <a:endParaRPr lang="es-ES_tradnl" dirty="0" smtClean="0"/>
          </a:p>
          <a:p>
            <a:pPr lvl="4"/>
            <a:r>
              <a:rPr lang="es-ES_tradnl" dirty="0" smtClean="0"/>
              <a:t>Quinto nivel</a:t>
            </a:r>
            <a:endParaRPr lang="es-ES" dirty="0"/>
          </a:p>
        </p:txBody>
      </p:sp>
      <p:sp>
        <p:nvSpPr>
          <p:cNvPr id="5" name="Marcador de contenido 2"/>
          <p:cNvSpPr>
            <a:spLocks noGrp="1"/>
          </p:cNvSpPr>
          <p:nvPr>
            <p:ph sz="quarter" idx="12" hasCustomPrompt="1"/>
          </p:nvPr>
        </p:nvSpPr>
        <p:spPr>
          <a:xfrm>
            <a:off x="1751925" y="2091267"/>
            <a:ext cx="3108819" cy="4272790"/>
          </a:xfrm>
        </p:spPr>
        <p:txBody>
          <a:bodyPr/>
          <a:lstStyle/>
          <a:p>
            <a:pPr lvl="0"/>
            <a:r>
              <a:rPr lang="es-ES_tradnl" dirty="0" smtClean="0"/>
              <a:t>Haga clic para modificar el estilo de texto del patrón</a:t>
            </a:r>
            <a:endParaRPr lang="es-ES_tradnl" dirty="0" smtClean="0"/>
          </a:p>
          <a:p>
            <a:pPr lvl="1"/>
            <a:r>
              <a:rPr lang="es-ES_tradnl" dirty="0" smtClean="0"/>
              <a:t>Segundo nivel</a:t>
            </a:r>
            <a:endParaRPr lang="es-ES_tradnl" dirty="0" smtClean="0"/>
          </a:p>
          <a:p>
            <a:pPr lvl="2"/>
            <a:r>
              <a:rPr lang="es-ES_tradnl" dirty="0" smtClean="0"/>
              <a:t>Tercer nivel</a:t>
            </a:r>
            <a:endParaRPr lang="es-ES_tradnl" dirty="0" smtClean="0"/>
          </a:p>
          <a:p>
            <a:pPr lvl="3"/>
            <a:r>
              <a:rPr lang="es-ES_tradnl" dirty="0" smtClean="0"/>
              <a:t>Cuarto nivel</a:t>
            </a:r>
            <a:endParaRPr lang="es-ES_tradnl" dirty="0" smtClean="0"/>
          </a:p>
          <a:p>
            <a:pPr lvl="4"/>
            <a:r>
              <a:rPr lang="es-ES_tradnl" dirty="0" smtClean="0"/>
              <a:t>Quinto nivel</a:t>
            </a:r>
            <a:endParaRPr lang="es-ES" dirty="0"/>
          </a:p>
        </p:txBody>
      </p:sp>
      <p:cxnSp>
        <p:nvCxnSpPr>
          <p:cNvPr id="8" name="Conector recto 7"/>
          <p:cNvCxnSpPr/>
          <p:nvPr userDrawn="1"/>
        </p:nvCxnSpPr>
        <p:spPr>
          <a:xfrm>
            <a:off x="0" y="6845014"/>
            <a:ext cx="12192000" cy="1896"/>
          </a:xfrm>
          <a:prstGeom prst="line">
            <a:avLst/>
          </a:prstGeom>
          <a:ln w="82550" cap="sq"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10" name="Título 1"/>
          <p:cNvSpPr>
            <a:spLocks noGrp="1"/>
          </p:cNvSpPr>
          <p:nvPr>
            <p:ph type="ctrTitle" hasCustomPrompt="1"/>
          </p:nvPr>
        </p:nvSpPr>
        <p:spPr>
          <a:xfrm>
            <a:off x="609600" y="887457"/>
            <a:ext cx="9635067" cy="524827"/>
          </a:xfrm>
        </p:spPr>
        <p:txBody>
          <a:bodyPr>
            <a:normAutofit/>
          </a:bodyPr>
          <a:lstStyle>
            <a:lvl1pPr algn="l">
              <a:defRPr sz="2800" b="1">
                <a:solidFill>
                  <a:srgbClr val="000000"/>
                </a:solidFill>
                <a:latin typeface="+mj-lt"/>
                <a:cs typeface="Arial"/>
              </a:defRPr>
            </a:lvl1pPr>
          </a:lstStyle>
          <a:p>
            <a:r>
              <a:rPr lang="es-ES_tradnl" dirty="0" smtClean="0"/>
              <a:t>Clic para editar título</a:t>
            </a:r>
            <a:endParaRPr lang="es-ES" dirty="0"/>
          </a:p>
        </p:txBody>
      </p:sp>
      <p:cxnSp>
        <p:nvCxnSpPr>
          <p:cNvPr id="11" name="Conector recto 10"/>
          <p:cNvCxnSpPr/>
          <p:nvPr userDrawn="1"/>
        </p:nvCxnSpPr>
        <p:spPr>
          <a:xfrm>
            <a:off x="661702" y="1478842"/>
            <a:ext cx="10939895" cy="0"/>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col + forma">
    <p:spTree>
      <p:nvGrpSpPr>
        <p:cNvPr id="1" name=""/>
        <p:cNvGrpSpPr/>
        <p:nvPr/>
      </p:nvGrpSpPr>
      <p:grpSpPr>
        <a:xfrm>
          <a:off x="0" y="0"/>
          <a:ext cx="0" cy="0"/>
          <a:chOff x="0" y="0"/>
          <a:chExt cx="0" cy="0"/>
        </a:xfrm>
      </p:grpSpPr>
      <p:sp>
        <p:nvSpPr>
          <p:cNvPr id="3" name="Marcador de contenido 2"/>
          <p:cNvSpPr>
            <a:spLocks noGrp="1"/>
          </p:cNvSpPr>
          <p:nvPr>
            <p:ph sz="quarter" idx="10" hasCustomPrompt="1"/>
          </p:nvPr>
        </p:nvSpPr>
        <p:spPr>
          <a:xfrm>
            <a:off x="613834" y="1879600"/>
            <a:ext cx="5370865" cy="4306888"/>
          </a:xfrm>
        </p:spPr>
        <p:txBody>
          <a:bodyPr/>
          <a:lstStyle/>
          <a:p>
            <a:pPr lvl="0"/>
            <a:r>
              <a:rPr lang="es-ES_tradnl" dirty="0" smtClean="0"/>
              <a:t>Haga clic para modificar el estilo de texto del patrón</a:t>
            </a:r>
            <a:endParaRPr lang="es-ES_tradnl" dirty="0" smtClean="0"/>
          </a:p>
          <a:p>
            <a:pPr lvl="1"/>
            <a:r>
              <a:rPr lang="es-ES_tradnl" dirty="0" smtClean="0"/>
              <a:t>Segundo nivel</a:t>
            </a:r>
            <a:endParaRPr lang="es-ES_tradnl" dirty="0" smtClean="0"/>
          </a:p>
          <a:p>
            <a:pPr lvl="2"/>
            <a:r>
              <a:rPr lang="es-ES_tradnl" dirty="0" smtClean="0"/>
              <a:t>Tercer nivel</a:t>
            </a:r>
            <a:endParaRPr lang="es-ES_tradnl" dirty="0" smtClean="0"/>
          </a:p>
          <a:p>
            <a:pPr lvl="3"/>
            <a:r>
              <a:rPr lang="es-ES_tradnl" dirty="0" smtClean="0"/>
              <a:t>Cuarto nivel</a:t>
            </a:r>
            <a:endParaRPr lang="es-ES_tradnl" dirty="0" smtClean="0"/>
          </a:p>
          <a:p>
            <a:pPr lvl="4"/>
            <a:r>
              <a:rPr lang="es-ES_tradnl" dirty="0" smtClean="0"/>
              <a:t>Quinto nivel</a:t>
            </a:r>
            <a:endParaRPr lang="es-ES" dirty="0"/>
          </a:p>
        </p:txBody>
      </p:sp>
      <p:cxnSp>
        <p:nvCxnSpPr>
          <p:cNvPr id="6" name="Conector recto 5"/>
          <p:cNvCxnSpPr/>
          <p:nvPr userDrawn="1"/>
        </p:nvCxnSpPr>
        <p:spPr>
          <a:xfrm flipV="1">
            <a:off x="36000" y="6846910"/>
            <a:ext cx="12114000" cy="11090"/>
          </a:xfrm>
          <a:prstGeom prst="line">
            <a:avLst/>
          </a:prstGeom>
          <a:ln w="82550" cap="sq"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7" name="Título 1"/>
          <p:cNvSpPr>
            <a:spLocks noGrp="1"/>
          </p:cNvSpPr>
          <p:nvPr>
            <p:ph type="ctrTitle" hasCustomPrompt="1"/>
          </p:nvPr>
        </p:nvSpPr>
        <p:spPr>
          <a:xfrm>
            <a:off x="609600" y="887457"/>
            <a:ext cx="9635067" cy="524827"/>
          </a:xfrm>
        </p:spPr>
        <p:txBody>
          <a:bodyPr>
            <a:normAutofit/>
          </a:bodyPr>
          <a:lstStyle>
            <a:lvl1pPr algn="l">
              <a:defRPr sz="2800" b="1">
                <a:solidFill>
                  <a:srgbClr val="000000"/>
                </a:solidFill>
                <a:latin typeface="+mj-lt"/>
                <a:cs typeface="Arial"/>
              </a:defRPr>
            </a:lvl1pPr>
          </a:lstStyle>
          <a:p>
            <a:r>
              <a:rPr lang="es-ES_tradnl" dirty="0" smtClean="0"/>
              <a:t>Clic para editar título</a:t>
            </a:r>
            <a:endParaRPr lang="es-ES" dirty="0"/>
          </a:p>
        </p:txBody>
      </p:sp>
      <p:cxnSp>
        <p:nvCxnSpPr>
          <p:cNvPr id="8" name="Conector recto 7"/>
          <p:cNvCxnSpPr/>
          <p:nvPr userDrawn="1"/>
        </p:nvCxnSpPr>
        <p:spPr>
          <a:xfrm>
            <a:off x="661702" y="1478842"/>
            <a:ext cx="10939895" cy="0"/>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5" name="Rectángulo 4"/>
          <p:cNvSpPr/>
          <p:nvPr userDrawn="1"/>
        </p:nvSpPr>
        <p:spPr>
          <a:xfrm>
            <a:off x="7001933" y="3098800"/>
            <a:ext cx="4529667" cy="3022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9" name="Rectángulo 8"/>
          <p:cNvSpPr/>
          <p:nvPr userDrawn="1"/>
        </p:nvSpPr>
        <p:spPr>
          <a:xfrm>
            <a:off x="6062133" y="1803400"/>
            <a:ext cx="3725334" cy="18203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s-ES" dirty="0"/>
          </a:p>
        </p:txBody>
      </p:sp>
    </p:spTree>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ortada carretera b/n">
    <p:spTree>
      <p:nvGrpSpPr>
        <p:cNvPr id="1" name=""/>
        <p:cNvGrpSpPr/>
        <p:nvPr/>
      </p:nvGrpSpPr>
      <p:grpSpPr>
        <a:xfrm>
          <a:off x="0" y="0"/>
          <a:ext cx="0" cy="0"/>
          <a:chOff x="0" y="0"/>
          <a:chExt cx="0" cy="0"/>
        </a:xfrm>
      </p:grpSpPr>
      <p:pic>
        <p:nvPicPr>
          <p:cNvPr id="17" name="Picture 2"/>
          <p:cNvPicPr>
            <a:picLocks noChangeAspect="1" noChangeArrowheads="1"/>
          </p:cNvPicPr>
          <p:nvPr userDrawn="1"/>
        </p:nvPicPr>
        <p:blipFill>
          <a:blip r:embed="rId2"/>
          <a:stretch>
            <a:fillRect/>
          </a:stretch>
        </p:blipFill>
        <p:spPr bwMode="auto">
          <a:xfrm>
            <a:off x="-24513" y="1"/>
            <a:ext cx="12214619"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p:cNvSpPr/>
          <p:nvPr userDrawn="1"/>
        </p:nvSpPr>
        <p:spPr>
          <a:xfrm>
            <a:off x="9827361" y="-22214"/>
            <a:ext cx="2364639" cy="1336416"/>
          </a:xfrm>
          <a:custGeom>
            <a:avLst/>
            <a:gdLst>
              <a:gd name="connsiteX0" fmla="*/ 0 w 1511883"/>
              <a:gd name="connsiteY0" fmla="*/ 0 h 1222629"/>
              <a:gd name="connsiteX1" fmla="*/ 1511883 w 1511883"/>
              <a:gd name="connsiteY1" fmla="*/ 0 h 1222629"/>
              <a:gd name="connsiteX2" fmla="*/ 1511883 w 1511883"/>
              <a:gd name="connsiteY2" fmla="*/ 1222629 h 1222629"/>
              <a:gd name="connsiteX3" fmla="*/ 0 w 1511883"/>
              <a:gd name="connsiteY3" fmla="*/ 1222629 h 1222629"/>
              <a:gd name="connsiteX4" fmla="*/ 0 w 1511883"/>
              <a:gd name="connsiteY4" fmla="*/ 0 h 1222629"/>
              <a:gd name="connsiteX0-1" fmla="*/ 0 w 1511883"/>
              <a:gd name="connsiteY0-2" fmla="*/ 0 h 1222629"/>
              <a:gd name="connsiteX1-3" fmla="*/ 1511883 w 1511883"/>
              <a:gd name="connsiteY1-4" fmla="*/ 0 h 1222629"/>
              <a:gd name="connsiteX2-5" fmla="*/ 1511883 w 1511883"/>
              <a:gd name="connsiteY2-6" fmla="*/ 1222629 h 1222629"/>
              <a:gd name="connsiteX3-7" fmla="*/ 0 w 1511883"/>
              <a:gd name="connsiteY3-8" fmla="*/ 1222629 h 1222629"/>
              <a:gd name="connsiteX4-9" fmla="*/ 0 w 1511883"/>
              <a:gd name="connsiteY4-10" fmla="*/ 0 h 1222629"/>
              <a:gd name="connsiteX0-11" fmla="*/ 245583 w 1757466"/>
              <a:gd name="connsiteY0-12" fmla="*/ 0 h 1451719"/>
              <a:gd name="connsiteX1-13" fmla="*/ 1757466 w 1757466"/>
              <a:gd name="connsiteY1-14" fmla="*/ 0 h 1451719"/>
              <a:gd name="connsiteX2-15" fmla="*/ 1757466 w 1757466"/>
              <a:gd name="connsiteY2-16" fmla="*/ 1222629 h 1451719"/>
              <a:gd name="connsiteX3-17" fmla="*/ 245583 w 1757466"/>
              <a:gd name="connsiteY3-18" fmla="*/ 1222629 h 1451719"/>
              <a:gd name="connsiteX4-19" fmla="*/ 245583 w 1757466"/>
              <a:gd name="connsiteY4-20" fmla="*/ 0 h 1451719"/>
              <a:gd name="connsiteX0-21" fmla="*/ 208338 w 1720221"/>
              <a:gd name="connsiteY0-22" fmla="*/ 0 h 1451719"/>
              <a:gd name="connsiteX1-23" fmla="*/ 1720221 w 1720221"/>
              <a:gd name="connsiteY1-24" fmla="*/ 0 h 1451719"/>
              <a:gd name="connsiteX2-25" fmla="*/ 1720221 w 1720221"/>
              <a:gd name="connsiteY2-26" fmla="*/ 1222629 h 1451719"/>
              <a:gd name="connsiteX3-27" fmla="*/ 208338 w 1720221"/>
              <a:gd name="connsiteY3-28" fmla="*/ 1222629 h 1451719"/>
              <a:gd name="connsiteX4-29" fmla="*/ 208338 w 1720221"/>
              <a:gd name="connsiteY4-30" fmla="*/ 0 h 1451719"/>
              <a:gd name="connsiteX0-31" fmla="*/ 79438 w 1591321"/>
              <a:gd name="connsiteY0-32" fmla="*/ 0 h 1602245"/>
              <a:gd name="connsiteX1-33" fmla="*/ 1591321 w 1591321"/>
              <a:gd name="connsiteY1-34" fmla="*/ 0 h 1602245"/>
              <a:gd name="connsiteX2-35" fmla="*/ 1591321 w 1591321"/>
              <a:gd name="connsiteY2-36" fmla="*/ 1222629 h 1602245"/>
              <a:gd name="connsiteX3-37" fmla="*/ 338830 w 1591321"/>
              <a:gd name="connsiteY3-38" fmla="*/ 1436694 h 1602245"/>
              <a:gd name="connsiteX4-39" fmla="*/ 79438 w 1591321"/>
              <a:gd name="connsiteY4-40" fmla="*/ 0 h 1602245"/>
              <a:gd name="connsiteX0-41" fmla="*/ 110321 w 1622204"/>
              <a:gd name="connsiteY0-42" fmla="*/ 0 h 1540900"/>
              <a:gd name="connsiteX1-43" fmla="*/ 1622204 w 1622204"/>
              <a:gd name="connsiteY1-44" fmla="*/ 0 h 1540900"/>
              <a:gd name="connsiteX2-45" fmla="*/ 1622204 w 1622204"/>
              <a:gd name="connsiteY2-46" fmla="*/ 1222629 h 1540900"/>
              <a:gd name="connsiteX3-47" fmla="*/ 369713 w 1622204"/>
              <a:gd name="connsiteY3-48" fmla="*/ 1436694 h 1540900"/>
              <a:gd name="connsiteX4-49" fmla="*/ 110321 w 1622204"/>
              <a:gd name="connsiteY4-50" fmla="*/ 0 h 1540900"/>
              <a:gd name="connsiteX0-51" fmla="*/ 27436 w 1806818"/>
              <a:gd name="connsiteY0-52" fmla="*/ 0 h 1519013"/>
              <a:gd name="connsiteX1-53" fmla="*/ 1806818 w 1806818"/>
              <a:gd name="connsiteY1-54" fmla="*/ 0 h 1519013"/>
              <a:gd name="connsiteX2-55" fmla="*/ 1806818 w 1806818"/>
              <a:gd name="connsiteY2-56" fmla="*/ 1222629 h 1519013"/>
              <a:gd name="connsiteX3-57" fmla="*/ 554327 w 1806818"/>
              <a:gd name="connsiteY3-58" fmla="*/ 1436694 h 1519013"/>
              <a:gd name="connsiteX4-59" fmla="*/ 27436 w 1806818"/>
              <a:gd name="connsiteY4-60" fmla="*/ 0 h 1519013"/>
              <a:gd name="connsiteX0-61" fmla="*/ 37245 w 1816627"/>
              <a:gd name="connsiteY0-62" fmla="*/ 0 h 1411300"/>
              <a:gd name="connsiteX1-63" fmla="*/ 1816627 w 1816627"/>
              <a:gd name="connsiteY1-64" fmla="*/ 0 h 1411300"/>
              <a:gd name="connsiteX2-65" fmla="*/ 1816627 w 1816627"/>
              <a:gd name="connsiteY2-66" fmla="*/ 1222629 h 1411300"/>
              <a:gd name="connsiteX3-67" fmla="*/ 434440 w 1816627"/>
              <a:gd name="connsiteY3-68" fmla="*/ 1286848 h 1411300"/>
              <a:gd name="connsiteX4-69" fmla="*/ 37245 w 1816627"/>
              <a:gd name="connsiteY4-70" fmla="*/ 0 h 1411300"/>
              <a:gd name="connsiteX0-71" fmla="*/ 59970 w 1839352"/>
              <a:gd name="connsiteY0-72" fmla="*/ 0 h 1475834"/>
              <a:gd name="connsiteX1-73" fmla="*/ 1839352 w 1839352"/>
              <a:gd name="connsiteY1-74" fmla="*/ 0 h 1475834"/>
              <a:gd name="connsiteX2-75" fmla="*/ 1839352 w 1839352"/>
              <a:gd name="connsiteY2-76" fmla="*/ 1222629 h 1475834"/>
              <a:gd name="connsiteX3-77" fmla="*/ 457165 w 1839352"/>
              <a:gd name="connsiteY3-78" fmla="*/ 1286848 h 1475834"/>
              <a:gd name="connsiteX4-79" fmla="*/ 59970 w 1839352"/>
              <a:gd name="connsiteY4-80" fmla="*/ 0 h 1475834"/>
              <a:gd name="connsiteX0-81" fmla="*/ 29772 w 1809154"/>
              <a:gd name="connsiteY0-82" fmla="*/ 0 h 1411300"/>
              <a:gd name="connsiteX1-83" fmla="*/ 1809154 w 1809154"/>
              <a:gd name="connsiteY1-84" fmla="*/ 0 h 1411300"/>
              <a:gd name="connsiteX2-85" fmla="*/ 1809154 w 1809154"/>
              <a:gd name="connsiteY2-86" fmla="*/ 1222629 h 1411300"/>
              <a:gd name="connsiteX3-87" fmla="*/ 426967 w 1809154"/>
              <a:gd name="connsiteY3-88" fmla="*/ 1286848 h 1411300"/>
              <a:gd name="connsiteX4-89" fmla="*/ 29772 w 1809154"/>
              <a:gd name="connsiteY4-90" fmla="*/ 0 h 1411300"/>
              <a:gd name="connsiteX0-91" fmla="*/ 40784 w 1820166"/>
              <a:gd name="connsiteY0-92" fmla="*/ 0 h 1339204"/>
              <a:gd name="connsiteX1-93" fmla="*/ 1820166 w 1820166"/>
              <a:gd name="connsiteY1-94" fmla="*/ 0 h 1339204"/>
              <a:gd name="connsiteX2-95" fmla="*/ 1820166 w 1820166"/>
              <a:gd name="connsiteY2-96" fmla="*/ 1222629 h 1339204"/>
              <a:gd name="connsiteX3-97" fmla="*/ 316389 w 1820166"/>
              <a:gd name="connsiteY3-98" fmla="*/ 1137003 h 1339204"/>
              <a:gd name="connsiteX4-99" fmla="*/ 40784 w 1820166"/>
              <a:gd name="connsiteY4-100" fmla="*/ 0 h 1339204"/>
              <a:gd name="connsiteX0-101" fmla="*/ 50352 w 1829734"/>
              <a:gd name="connsiteY0-102" fmla="*/ 0 h 1377309"/>
              <a:gd name="connsiteX1-103" fmla="*/ 1829734 w 1829734"/>
              <a:gd name="connsiteY1-104" fmla="*/ 0 h 1377309"/>
              <a:gd name="connsiteX2-105" fmla="*/ 1829734 w 1829734"/>
              <a:gd name="connsiteY2-106" fmla="*/ 1222629 h 1377309"/>
              <a:gd name="connsiteX3-107" fmla="*/ 325957 w 1829734"/>
              <a:gd name="connsiteY3-108" fmla="*/ 1137003 h 1377309"/>
              <a:gd name="connsiteX4-109" fmla="*/ 50352 w 1829734"/>
              <a:gd name="connsiteY4-110" fmla="*/ 0 h 1377309"/>
              <a:gd name="connsiteX0-111" fmla="*/ 35845 w 1815227"/>
              <a:gd name="connsiteY0-112" fmla="*/ 0 h 1367761"/>
              <a:gd name="connsiteX1-113" fmla="*/ 1815227 w 1815227"/>
              <a:gd name="connsiteY1-114" fmla="*/ 0 h 1367761"/>
              <a:gd name="connsiteX2-115" fmla="*/ 1815227 w 1815227"/>
              <a:gd name="connsiteY2-116" fmla="*/ 1222629 h 1367761"/>
              <a:gd name="connsiteX3-117" fmla="*/ 424934 w 1815227"/>
              <a:gd name="connsiteY3-118" fmla="*/ 1115596 h 1367761"/>
              <a:gd name="connsiteX4-119" fmla="*/ 35845 w 1815227"/>
              <a:gd name="connsiteY4-120" fmla="*/ 0 h 1367761"/>
              <a:gd name="connsiteX0-121" fmla="*/ 432 w 1779814"/>
              <a:gd name="connsiteY0-122" fmla="*/ 0 h 1367761"/>
              <a:gd name="connsiteX1-123" fmla="*/ 1779814 w 1779814"/>
              <a:gd name="connsiteY1-124" fmla="*/ 0 h 1367761"/>
              <a:gd name="connsiteX2-125" fmla="*/ 1779814 w 1779814"/>
              <a:gd name="connsiteY2-126" fmla="*/ 1222629 h 1367761"/>
              <a:gd name="connsiteX3-127" fmla="*/ 389521 w 1779814"/>
              <a:gd name="connsiteY3-128" fmla="*/ 1115596 h 1367761"/>
              <a:gd name="connsiteX4-129" fmla="*/ 432 w 1779814"/>
              <a:gd name="connsiteY4-130" fmla="*/ 0 h 1367761"/>
              <a:gd name="connsiteX0-131" fmla="*/ 275 w 1901247"/>
              <a:gd name="connsiteY0-132" fmla="*/ 0 h 1332041"/>
              <a:gd name="connsiteX1-133" fmla="*/ 1901247 w 1901247"/>
              <a:gd name="connsiteY1-134" fmla="*/ 0 h 1332041"/>
              <a:gd name="connsiteX2-135" fmla="*/ 1901247 w 1901247"/>
              <a:gd name="connsiteY2-136" fmla="*/ 1222629 h 1332041"/>
              <a:gd name="connsiteX3-137" fmla="*/ 510954 w 1901247"/>
              <a:gd name="connsiteY3-138" fmla="*/ 1115596 h 1332041"/>
              <a:gd name="connsiteX4-139" fmla="*/ 275 w 1901247"/>
              <a:gd name="connsiteY4-140" fmla="*/ 0 h 1332041"/>
              <a:gd name="connsiteX0-141" fmla="*/ 2334 w 1903306"/>
              <a:gd name="connsiteY0-142" fmla="*/ 0 h 1290655"/>
              <a:gd name="connsiteX1-143" fmla="*/ 1903306 w 1903306"/>
              <a:gd name="connsiteY1-144" fmla="*/ 0 h 1290655"/>
              <a:gd name="connsiteX2-145" fmla="*/ 1903306 w 1903306"/>
              <a:gd name="connsiteY2-146" fmla="*/ 1222629 h 1290655"/>
              <a:gd name="connsiteX3-147" fmla="*/ 310362 w 1903306"/>
              <a:gd name="connsiteY3-148" fmla="*/ 922938 h 1290655"/>
              <a:gd name="connsiteX4-149" fmla="*/ 2334 w 1903306"/>
              <a:gd name="connsiteY4-150" fmla="*/ 0 h 1290655"/>
              <a:gd name="connsiteX0-151" fmla="*/ 510 w 1901482"/>
              <a:gd name="connsiteY0-152" fmla="*/ 0 h 1289317"/>
              <a:gd name="connsiteX1-153" fmla="*/ 1901482 w 1901482"/>
              <a:gd name="connsiteY1-154" fmla="*/ 0 h 1289317"/>
              <a:gd name="connsiteX2-155" fmla="*/ 1901482 w 1901482"/>
              <a:gd name="connsiteY2-156" fmla="*/ 1222629 h 1289317"/>
              <a:gd name="connsiteX3-157" fmla="*/ 308538 w 1901482"/>
              <a:gd name="connsiteY3-158" fmla="*/ 922938 h 1289317"/>
              <a:gd name="connsiteX4-159" fmla="*/ 510 w 1901482"/>
              <a:gd name="connsiteY4-160" fmla="*/ 0 h 1289317"/>
              <a:gd name="connsiteX0-161" fmla="*/ 77 w 1901049"/>
              <a:gd name="connsiteY0-162" fmla="*/ 0 h 1366334"/>
              <a:gd name="connsiteX1-163" fmla="*/ 1901049 w 1901049"/>
              <a:gd name="connsiteY1-164" fmla="*/ 0 h 1366334"/>
              <a:gd name="connsiteX2-165" fmla="*/ 1901049 w 1901049"/>
              <a:gd name="connsiteY2-166" fmla="*/ 1222629 h 1366334"/>
              <a:gd name="connsiteX3-167" fmla="*/ 956585 w 1901049"/>
              <a:gd name="connsiteY3-168" fmla="*/ 1211925 h 1366334"/>
              <a:gd name="connsiteX4-169" fmla="*/ 77 w 1901049"/>
              <a:gd name="connsiteY4-170" fmla="*/ 0 h 1366334"/>
              <a:gd name="connsiteX0-171" fmla="*/ 332 w 1901304"/>
              <a:gd name="connsiteY0-172" fmla="*/ 0 h 1334758"/>
              <a:gd name="connsiteX1-173" fmla="*/ 1901304 w 1901304"/>
              <a:gd name="connsiteY1-174" fmla="*/ 0 h 1334758"/>
              <a:gd name="connsiteX2-175" fmla="*/ 1901304 w 1901304"/>
              <a:gd name="connsiteY2-176" fmla="*/ 1222629 h 1334758"/>
              <a:gd name="connsiteX3-177" fmla="*/ 956840 w 1901304"/>
              <a:gd name="connsiteY3-178" fmla="*/ 1211925 h 1334758"/>
              <a:gd name="connsiteX4-179" fmla="*/ 332 w 1901304"/>
              <a:gd name="connsiteY4-180" fmla="*/ 0 h 1334758"/>
              <a:gd name="connsiteX0-181" fmla="*/ 332 w 1901304"/>
              <a:gd name="connsiteY0-182" fmla="*/ 0 h 1399443"/>
              <a:gd name="connsiteX1-183" fmla="*/ 1901304 w 1901304"/>
              <a:gd name="connsiteY1-184" fmla="*/ 0 h 1399443"/>
              <a:gd name="connsiteX2-185" fmla="*/ 1901304 w 1901304"/>
              <a:gd name="connsiteY2-186" fmla="*/ 1222629 h 1399443"/>
              <a:gd name="connsiteX3-187" fmla="*/ 956840 w 1901304"/>
              <a:gd name="connsiteY3-188" fmla="*/ 1340364 h 1399443"/>
              <a:gd name="connsiteX4-189" fmla="*/ 332 w 1901304"/>
              <a:gd name="connsiteY4-190" fmla="*/ 0 h 1399443"/>
              <a:gd name="connsiteX0-191" fmla="*/ 332 w 1901304"/>
              <a:gd name="connsiteY0-192" fmla="*/ 0 h 1371841"/>
              <a:gd name="connsiteX1-193" fmla="*/ 1901304 w 1901304"/>
              <a:gd name="connsiteY1-194" fmla="*/ 0 h 1371841"/>
              <a:gd name="connsiteX2-195" fmla="*/ 1901304 w 1901304"/>
              <a:gd name="connsiteY2-196" fmla="*/ 1222629 h 1371841"/>
              <a:gd name="connsiteX3-197" fmla="*/ 956840 w 1901304"/>
              <a:gd name="connsiteY3-198" fmla="*/ 1340364 h 1371841"/>
              <a:gd name="connsiteX4-199" fmla="*/ 332 w 1901304"/>
              <a:gd name="connsiteY4-200" fmla="*/ 0 h 1371841"/>
              <a:gd name="connsiteX0-201" fmla="*/ 89 w 1901061"/>
              <a:gd name="connsiteY0-202" fmla="*/ 0 h 1383032"/>
              <a:gd name="connsiteX1-203" fmla="*/ 1901061 w 1901061"/>
              <a:gd name="connsiteY1-204" fmla="*/ 0 h 1383032"/>
              <a:gd name="connsiteX2-205" fmla="*/ 1892955 w 1901061"/>
              <a:gd name="connsiteY2-206" fmla="*/ 965752 h 1383032"/>
              <a:gd name="connsiteX3-207" fmla="*/ 956597 w 1901061"/>
              <a:gd name="connsiteY3-208" fmla="*/ 1340364 h 1383032"/>
              <a:gd name="connsiteX4-209" fmla="*/ 89 w 1901061"/>
              <a:gd name="connsiteY4-210" fmla="*/ 0 h 1383032"/>
              <a:gd name="connsiteX0-211" fmla="*/ 143 w 1901115"/>
              <a:gd name="connsiteY0-212" fmla="*/ 0 h 1209653"/>
              <a:gd name="connsiteX1-213" fmla="*/ 1901115 w 1901115"/>
              <a:gd name="connsiteY1-214" fmla="*/ 0 h 1209653"/>
              <a:gd name="connsiteX2-215" fmla="*/ 1893009 w 1901115"/>
              <a:gd name="connsiteY2-216" fmla="*/ 965752 h 1209653"/>
              <a:gd name="connsiteX3-217" fmla="*/ 705365 w 1901115"/>
              <a:gd name="connsiteY3-218" fmla="*/ 1137003 h 1209653"/>
              <a:gd name="connsiteX4-219" fmla="*/ 143 w 1901115"/>
              <a:gd name="connsiteY4-220" fmla="*/ 0 h 1209653"/>
              <a:gd name="connsiteX0-221" fmla="*/ 3236 w 1904208"/>
              <a:gd name="connsiteY0-222" fmla="*/ 0 h 1271405"/>
              <a:gd name="connsiteX1-223" fmla="*/ 1904208 w 1904208"/>
              <a:gd name="connsiteY1-224" fmla="*/ 0 h 1271405"/>
              <a:gd name="connsiteX2-225" fmla="*/ 1896102 w 1904208"/>
              <a:gd name="connsiteY2-226" fmla="*/ 965752 h 1271405"/>
              <a:gd name="connsiteX3-227" fmla="*/ 708458 w 1904208"/>
              <a:gd name="connsiteY3-228" fmla="*/ 1137003 h 1271405"/>
              <a:gd name="connsiteX4-229" fmla="*/ 3236 w 1904208"/>
              <a:gd name="connsiteY4-230" fmla="*/ 0 h 1271405"/>
              <a:gd name="connsiteX0-231" fmla="*/ 3236 w 1904208"/>
              <a:gd name="connsiteY0-232" fmla="*/ 0 h 1465660"/>
              <a:gd name="connsiteX1-233" fmla="*/ 1904208 w 1904208"/>
              <a:gd name="connsiteY1-234" fmla="*/ 0 h 1465660"/>
              <a:gd name="connsiteX2-235" fmla="*/ 1896102 w 1904208"/>
              <a:gd name="connsiteY2-236" fmla="*/ 965752 h 1465660"/>
              <a:gd name="connsiteX3-237" fmla="*/ 708458 w 1904208"/>
              <a:gd name="connsiteY3-238" fmla="*/ 1372473 h 1465660"/>
              <a:gd name="connsiteX4-239" fmla="*/ 3236 w 1904208"/>
              <a:gd name="connsiteY4-240" fmla="*/ 0 h 1465660"/>
              <a:gd name="connsiteX0-241" fmla="*/ 320 w 1901292"/>
              <a:gd name="connsiteY0-242" fmla="*/ 0 h 1420150"/>
              <a:gd name="connsiteX1-243" fmla="*/ 1901292 w 1901292"/>
              <a:gd name="connsiteY1-244" fmla="*/ 0 h 1420150"/>
              <a:gd name="connsiteX2-245" fmla="*/ 1893186 w 1901292"/>
              <a:gd name="connsiteY2-246" fmla="*/ 965752 h 1420150"/>
              <a:gd name="connsiteX3-247" fmla="*/ 705542 w 1901292"/>
              <a:gd name="connsiteY3-248" fmla="*/ 1372473 h 1420150"/>
              <a:gd name="connsiteX4-249" fmla="*/ 320 w 1901292"/>
              <a:gd name="connsiteY4-250" fmla="*/ 0 h 1420150"/>
              <a:gd name="connsiteX0-251" fmla="*/ 9805 w 1910777"/>
              <a:gd name="connsiteY0-252" fmla="*/ 0 h 1457109"/>
              <a:gd name="connsiteX1-253" fmla="*/ 1910777 w 1910777"/>
              <a:gd name="connsiteY1-254" fmla="*/ 0 h 1457109"/>
              <a:gd name="connsiteX2-255" fmla="*/ 1902671 w 1910777"/>
              <a:gd name="connsiteY2-256" fmla="*/ 965752 h 1457109"/>
              <a:gd name="connsiteX3-257" fmla="*/ 715027 w 1910777"/>
              <a:gd name="connsiteY3-258" fmla="*/ 1372473 h 1457109"/>
              <a:gd name="connsiteX4-259" fmla="*/ 9805 w 1910777"/>
              <a:gd name="connsiteY4-260" fmla="*/ 0 h 1457109"/>
              <a:gd name="connsiteX0-261" fmla="*/ 307 w 1901279"/>
              <a:gd name="connsiteY0-262" fmla="*/ 0 h 1391193"/>
              <a:gd name="connsiteX1-263" fmla="*/ 1901279 w 1901279"/>
              <a:gd name="connsiteY1-264" fmla="*/ 0 h 1391193"/>
              <a:gd name="connsiteX2-265" fmla="*/ 1893173 w 1901279"/>
              <a:gd name="connsiteY2-266" fmla="*/ 965752 h 1391193"/>
              <a:gd name="connsiteX3-267" fmla="*/ 705529 w 1901279"/>
              <a:gd name="connsiteY3-268" fmla="*/ 1372473 h 1391193"/>
              <a:gd name="connsiteX4-269" fmla="*/ 307 w 1901279"/>
              <a:gd name="connsiteY4-270" fmla="*/ 0 h 1391193"/>
              <a:gd name="connsiteX0-271" fmla="*/ 5509 w 1906481"/>
              <a:gd name="connsiteY0-272" fmla="*/ 0 h 1416260"/>
              <a:gd name="connsiteX1-273" fmla="*/ 1906481 w 1906481"/>
              <a:gd name="connsiteY1-274" fmla="*/ 0 h 1416260"/>
              <a:gd name="connsiteX2-275" fmla="*/ 1898375 w 1906481"/>
              <a:gd name="connsiteY2-276" fmla="*/ 965752 h 1416260"/>
              <a:gd name="connsiteX3-277" fmla="*/ 710731 w 1906481"/>
              <a:gd name="connsiteY3-278" fmla="*/ 1372473 h 1416260"/>
              <a:gd name="connsiteX4-279" fmla="*/ 5509 w 1906481"/>
              <a:gd name="connsiteY4-280" fmla="*/ 0 h 1416260"/>
              <a:gd name="connsiteX0-281" fmla="*/ 144 w 1901116"/>
              <a:gd name="connsiteY0-282" fmla="*/ 0 h 1453045"/>
              <a:gd name="connsiteX1-283" fmla="*/ 1901116 w 1901116"/>
              <a:gd name="connsiteY1-284" fmla="*/ 0 h 1453045"/>
              <a:gd name="connsiteX2-285" fmla="*/ 1901116 w 1901116"/>
              <a:gd name="connsiteY2-286" fmla="*/ 1169113 h 1453045"/>
              <a:gd name="connsiteX3-287" fmla="*/ 705366 w 1901116"/>
              <a:gd name="connsiteY3-288" fmla="*/ 1372473 h 1453045"/>
              <a:gd name="connsiteX4-289" fmla="*/ 144 w 1901116"/>
              <a:gd name="connsiteY4-290" fmla="*/ 0 h 1453045"/>
              <a:gd name="connsiteX0-291" fmla="*/ 144 w 1901116"/>
              <a:gd name="connsiteY0-292" fmla="*/ 0 h 1438098"/>
              <a:gd name="connsiteX1-293" fmla="*/ 1901116 w 1901116"/>
              <a:gd name="connsiteY1-294" fmla="*/ 0 h 1438098"/>
              <a:gd name="connsiteX2-295" fmla="*/ 1901116 w 1901116"/>
              <a:gd name="connsiteY2-296" fmla="*/ 1169113 h 1438098"/>
              <a:gd name="connsiteX3-297" fmla="*/ 705366 w 1901116"/>
              <a:gd name="connsiteY3-298" fmla="*/ 1372473 h 1438098"/>
              <a:gd name="connsiteX4-299" fmla="*/ 144 w 1901116"/>
              <a:gd name="connsiteY4-300" fmla="*/ 0 h 1438098"/>
              <a:gd name="connsiteX0-301" fmla="*/ 521 w 1901493"/>
              <a:gd name="connsiteY0-302" fmla="*/ 0 h 1429242"/>
              <a:gd name="connsiteX1-303" fmla="*/ 1901493 w 1901493"/>
              <a:gd name="connsiteY1-304" fmla="*/ 0 h 1429242"/>
              <a:gd name="connsiteX2-305" fmla="*/ 1901493 w 1901493"/>
              <a:gd name="connsiteY2-306" fmla="*/ 1169113 h 1429242"/>
              <a:gd name="connsiteX3-307" fmla="*/ 705743 w 1901493"/>
              <a:gd name="connsiteY3-308" fmla="*/ 1372473 h 1429242"/>
              <a:gd name="connsiteX4-309" fmla="*/ 521 w 1901493"/>
              <a:gd name="connsiteY4-310" fmla="*/ 0 h 1429242"/>
              <a:gd name="connsiteX0-311" fmla="*/ 521 w 1901790"/>
              <a:gd name="connsiteY0-312" fmla="*/ 0 h 1419079"/>
              <a:gd name="connsiteX1-313" fmla="*/ 1901493 w 1901790"/>
              <a:gd name="connsiteY1-314" fmla="*/ 0 h 1419079"/>
              <a:gd name="connsiteX2-315" fmla="*/ 1901493 w 1901790"/>
              <a:gd name="connsiteY2-316" fmla="*/ 1169113 h 1419079"/>
              <a:gd name="connsiteX3-317" fmla="*/ 705743 w 1901790"/>
              <a:gd name="connsiteY3-318" fmla="*/ 1372473 h 1419079"/>
              <a:gd name="connsiteX4-319" fmla="*/ 521 w 1901790"/>
              <a:gd name="connsiteY4-320" fmla="*/ 0 h 1419079"/>
              <a:gd name="connsiteX0-321" fmla="*/ 521 w 1901790"/>
              <a:gd name="connsiteY0-322" fmla="*/ 0 h 1419079"/>
              <a:gd name="connsiteX1-323" fmla="*/ 1901493 w 1901790"/>
              <a:gd name="connsiteY1-324" fmla="*/ 0 h 1419079"/>
              <a:gd name="connsiteX2-325" fmla="*/ 1901493 w 1901790"/>
              <a:gd name="connsiteY2-326" fmla="*/ 1169113 h 1419079"/>
              <a:gd name="connsiteX3-327" fmla="*/ 705743 w 1901790"/>
              <a:gd name="connsiteY3-328" fmla="*/ 1372473 h 1419079"/>
              <a:gd name="connsiteX4-329" fmla="*/ 521 w 1901790"/>
              <a:gd name="connsiteY4-330" fmla="*/ 0 h 141907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01790" h="1419079">
                <a:moveTo>
                  <a:pt x="521" y="0"/>
                </a:moveTo>
                <a:lnTo>
                  <a:pt x="1901493" y="0"/>
                </a:lnTo>
                <a:lnTo>
                  <a:pt x="1901493" y="1169113"/>
                </a:lnTo>
                <a:cubicBezTo>
                  <a:pt x="1917011" y="1180227"/>
                  <a:pt x="1322494" y="1545919"/>
                  <a:pt x="705743" y="1372473"/>
                </a:cubicBezTo>
                <a:cubicBezTo>
                  <a:pt x="88992" y="1199027"/>
                  <a:pt x="-8279" y="409"/>
                  <a:pt x="521" y="0"/>
                </a:cubicBezTo>
                <a:close/>
              </a:path>
            </a:pathLst>
          </a:custGeom>
          <a:solidFill>
            <a:schemeClr val="bg1">
              <a:alpha val="8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pic>
        <p:nvPicPr>
          <p:cNvPr id="10" name="16 Imagen"/>
          <p:cNvPicPr>
            <a:picLocks noChangeAspect="1"/>
          </p:cNvPicPr>
          <p:nvPr userDrawn="1"/>
        </p:nvPicPr>
        <p:blipFill>
          <a:blip r:embed="rId3"/>
          <a:stretch>
            <a:fillRect/>
          </a:stretch>
        </p:blipFill>
        <p:spPr>
          <a:xfrm>
            <a:off x="10439348" y="-22214"/>
            <a:ext cx="1567547" cy="1318224"/>
          </a:xfrm>
          <a:prstGeom prst="rect">
            <a:avLst/>
          </a:prstGeom>
        </p:spPr>
      </p:pic>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ortada Malware">
    <p:spTree>
      <p:nvGrpSpPr>
        <p:cNvPr id="1" name=""/>
        <p:cNvGrpSpPr/>
        <p:nvPr/>
      </p:nvGrpSpPr>
      <p:grpSpPr>
        <a:xfrm>
          <a:off x="0" y="0"/>
          <a:ext cx="0" cy="0"/>
          <a:chOff x="0" y="0"/>
          <a:chExt cx="0" cy="0"/>
        </a:xfrm>
      </p:grpSpPr>
      <p:sp>
        <p:nvSpPr>
          <p:cNvPr id="2" name="Rectángulo 1"/>
          <p:cNvSpPr/>
          <p:nvPr userDrawn="1"/>
        </p:nvSpPr>
        <p:spPr>
          <a:xfrm>
            <a:off x="0"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3" name="Rectángulo 2"/>
          <p:cNvSpPr/>
          <p:nvPr userDrawn="1"/>
        </p:nvSpPr>
        <p:spPr>
          <a:xfrm>
            <a:off x="9506184"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4" name="Rectángulo 3"/>
          <p:cNvSpPr/>
          <p:nvPr userDrawn="1"/>
        </p:nvSpPr>
        <p:spPr>
          <a:xfrm>
            <a:off x="0" y="5522258"/>
            <a:ext cx="12192000"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pic>
        <p:nvPicPr>
          <p:cNvPr id="6" name="Imagen 5"/>
          <p:cNvPicPr>
            <a:picLocks noChangeAspect="1"/>
          </p:cNvPicPr>
          <p:nvPr userDrawn="1"/>
        </p:nvPicPr>
        <p:blipFill>
          <a:blip r:embed="rId2"/>
          <a:stretch>
            <a:fillRect/>
          </a:stretch>
        </p:blipFill>
        <p:spPr>
          <a:xfrm>
            <a:off x="11289" y="3"/>
            <a:ext cx="12180712" cy="6857994"/>
          </a:xfrm>
          <a:prstGeom prst="rect">
            <a:avLst/>
          </a:prstGeom>
        </p:spPr>
      </p:pic>
      <p:sp>
        <p:nvSpPr>
          <p:cNvPr id="7" name="Rectángulo 5"/>
          <p:cNvSpPr/>
          <p:nvPr userDrawn="1"/>
        </p:nvSpPr>
        <p:spPr>
          <a:xfrm>
            <a:off x="9827361" y="-22214"/>
            <a:ext cx="2364639" cy="1336416"/>
          </a:xfrm>
          <a:custGeom>
            <a:avLst/>
            <a:gdLst>
              <a:gd name="connsiteX0" fmla="*/ 0 w 1511883"/>
              <a:gd name="connsiteY0" fmla="*/ 0 h 1222629"/>
              <a:gd name="connsiteX1" fmla="*/ 1511883 w 1511883"/>
              <a:gd name="connsiteY1" fmla="*/ 0 h 1222629"/>
              <a:gd name="connsiteX2" fmla="*/ 1511883 w 1511883"/>
              <a:gd name="connsiteY2" fmla="*/ 1222629 h 1222629"/>
              <a:gd name="connsiteX3" fmla="*/ 0 w 1511883"/>
              <a:gd name="connsiteY3" fmla="*/ 1222629 h 1222629"/>
              <a:gd name="connsiteX4" fmla="*/ 0 w 1511883"/>
              <a:gd name="connsiteY4" fmla="*/ 0 h 1222629"/>
              <a:gd name="connsiteX0-1" fmla="*/ 0 w 1511883"/>
              <a:gd name="connsiteY0-2" fmla="*/ 0 h 1222629"/>
              <a:gd name="connsiteX1-3" fmla="*/ 1511883 w 1511883"/>
              <a:gd name="connsiteY1-4" fmla="*/ 0 h 1222629"/>
              <a:gd name="connsiteX2-5" fmla="*/ 1511883 w 1511883"/>
              <a:gd name="connsiteY2-6" fmla="*/ 1222629 h 1222629"/>
              <a:gd name="connsiteX3-7" fmla="*/ 0 w 1511883"/>
              <a:gd name="connsiteY3-8" fmla="*/ 1222629 h 1222629"/>
              <a:gd name="connsiteX4-9" fmla="*/ 0 w 1511883"/>
              <a:gd name="connsiteY4-10" fmla="*/ 0 h 1222629"/>
              <a:gd name="connsiteX0-11" fmla="*/ 245583 w 1757466"/>
              <a:gd name="connsiteY0-12" fmla="*/ 0 h 1451719"/>
              <a:gd name="connsiteX1-13" fmla="*/ 1757466 w 1757466"/>
              <a:gd name="connsiteY1-14" fmla="*/ 0 h 1451719"/>
              <a:gd name="connsiteX2-15" fmla="*/ 1757466 w 1757466"/>
              <a:gd name="connsiteY2-16" fmla="*/ 1222629 h 1451719"/>
              <a:gd name="connsiteX3-17" fmla="*/ 245583 w 1757466"/>
              <a:gd name="connsiteY3-18" fmla="*/ 1222629 h 1451719"/>
              <a:gd name="connsiteX4-19" fmla="*/ 245583 w 1757466"/>
              <a:gd name="connsiteY4-20" fmla="*/ 0 h 1451719"/>
              <a:gd name="connsiteX0-21" fmla="*/ 208338 w 1720221"/>
              <a:gd name="connsiteY0-22" fmla="*/ 0 h 1451719"/>
              <a:gd name="connsiteX1-23" fmla="*/ 1720221 w 1720221"/>
              <a:gd name="connsiteY1-24" fmla="*/ 0 h 1451719"/>
              <a:gd name="connsiteX2-25" fmla="*/ 1720221 w 1720221"/>
              <a:gd name="connsiteY2-26" fmla="*/ 1222629 h 1451719"/>
              <a:gd name="connsiteX3-27" fmla="*/ 208338 w 1720221"/>
              <a:gd name="connsiteY3-28" fmla="*/ 1222629 h 1451719"/>
              <a:gd name="connsiteX4-29" fmla="*/ 208338 w 1720221"/>
              <a:gd name="connsiteY4-30" fmla="*/ 0 h 1451719"/>
              <a:gd name="connsiteX0-31" fmla="*/ 79438 w 1591321"/>
              <a:gd name="connsiteY0-32" fmla="*/ 0 h 1602245"/>
              <a:gd name="connsiteX1-33" fmla="*/ 1591321 w 1591321"/>
              <a:gd name="connsiteY1-34" fmla="*/ 0 h 1602245"/>
              <a:gd name="connsiteX2-35" fmla="*/ 1591321 w 1591321"/>
              <a:gd name="connsiteY2-36" fmla="*/ 1222629 h 1602245"/>
              <a:gd name="connsiteX3-37" fmla="*/ 338830 w 1591321"/>
              <a:gd name="connsiteY3-38" fmla="*/ 1436694 h 1602245"/>
              <a:gd name="connsiteX4-39" fmla="*/ 79438 w 1591321"/>
              <a:gd name="connsiteY4-40" fmla="*/ 0 h 1602245"/>
              <a:gd name="connsiteX0-41" fmla="*/ 110321 w 1622204"/>
              <a:gd name="connsiteY0-42" fmla="*/ 0 h 1540900"/>
              <a:gd name="connsiteX1-43" fmla="*/ 1622204 w 1622204"/>
              <a:gd name="connsiteY1-44" fmla="*/ 0 h 1540900"/>
              <a:gd name="connsiteX2-45" fmla="*/ 1622204 w 1622204"/>
              <a:gd name="connsiteY2-46" fmla="*/ 1222629 h 1540900"/>
              <a:gd name="connsiteX3-47" fmla="*/ 369713 w 1622204"/>
              <a:gd name="connsiteY3-48" fmla="*/ 1436694 h 1540900"/>
              <a:gd name="connsiteX4-49" fmla="*/ 110321 w 1622204"/>
              <a:gd name="connsiteY4-50" fmla="*/ 0 h 1540900"/>
              <a:gd name="connsiteX0-51" fmla="*/ 27436 w 1806818"/>
              <a:gd name="connsiteY0-52" fmla="*/ 0 h 1519013"/>
              <a:gd name="connsiteX1-53" fmla="*/ 1806818 w 1806818"/>
              <a:gd name="connsiteY1-54" fmla="*/ 0 h 1519013"/>
              <a:gd name="connsiteX2-55" fmla="*/ 1806818 w 1806818"/>
              <a:gd name="connsiteY2-56" fmla="*/ 1222629 h 1519013"/>
              <a:gd name="connsiteX3-57" fmla="*/ 554327 w 1806818"/>
              <a:gd name="connsiteY3-58" fmla="*/ 1436694 h 1519013"/>
              <a:gd name="connsiteX4-59" fmla="*/ 27436 w 1806818"/>
              <a:gd name="connsiteY4-60" fmla="*/ 0 h 1519013"/>
              <a:gd name="connsiteX0-61" fmla="*/ 37245 w 1816627"/>
              <a:gd name="connsiteY0-62" fmla="*/ 0 h 1411300"/>
              <a:gd name="connsiteX1-63" fmla="*/ 1816627 w 1816627"/>
              <a:gd name="connsiteY1-64" fmla="*/ 0 h 1411300"/>
              <a:gd name="connsiteX2-65" fmla="*/ 1816627 w 1816627"/>
              <a:gd name="connsiteY2-66" fmla="*/ 1222629 h 1411300"/>
              <a:gd name="connsiteX3-67" fmla="*/ 434440 w 1816627"/>
              <a:gd name="connsiteY3-68" fmla="*/ 1286848 h 1411300"/>
              <a:gd name="connsiteX4-69" fmla="*/ 37245 w 1816627"/>
              <a:gd name="connsiteY4-70" fmla="*/ 0 h 1411300"/>
              <a:gd name="connsiteX0-71" fmla="*/ 59970 w 1839352"/>
              <a:gd name="connsiteY0-72" fmla="*/ 0 h 1475834"/>
              <a:gd name="connsiteX1-73" fmla="*/ 1839352 w 1839352"/>
              <a:gd name="connsiteY1-74" fmla="*/ 0 h 1475834"/>
              <a:gd name="connsiteX2-75" fmla="*/ 1839352 w 1839352"/>
              <a:gd name="connsiteY2-76" fmla="*/ 1222629 h 1475834"/>
              <a:gd name="connsiteX3-77" fmla="*/ 457165 w 1839352"/>
              <a:gd name="connsiteY3-78" fmla="*/ 1286848 h 1475834"/>
              <a:gd name="connsiteX4-79" fmla="*/ 59970 w 1839352"/>
              <a:gd name="connsiteY4-80" fmla="*/ 0 h 1475834"/>
              <a:gd name="connsiteX0-81" fmla="*/ 29772 w 1809154"/>
              <a:gd name="connsiteY0-82" fmla="*/ 0 h 1411300"/>
              <a:gd name="connsiteX1-83" fmla="*/ 1809154 w 1809154"/>
              <a:gd name="connsiteY1-84" fmla="*/ 0 h 1411300"/>
              <a:gd name="connsiteX2-85" fmla="*/ 1809154 w 1809154"/>
              <a:gd name="connsiteY2-86" fmla="*/ 1222629 h 1411300"/>
              <a:gd name="connsiteX3-87" fmla="*/ 426967 w 1809154"/>
              <a:gd name="connsiteY3-88" fmla="*/ 1286848 h 1411300"/>
              <a:gd name="connsiteX4-89" fmla="*/ 29772 w 1809154"/>
              <a:gd name="connsiteY4-90" fmla="*/ 0 h 1411300"/>
              <a:gd name="connsiteX0-91" fmla="*/ 40784 w 1820166"/>
              <a:gd name="connsiteY0-92" fmla="*/ 0 h 1339204"/>
              <a:gd name="connsiteX1-93" fmla="*/ 1820166 w 1820166"/>
              <a:gd name="connsiteY1-94" fmla="*/ 0 h 1339204"/>
              <a:gd name="connsiteX2-95" fmla="*/ 1820166 w 1820166"/>
              <a:gd name="connsiteY2-96" fmla="*/ 1222629 h 1339204"/>
              <a:gd name="connsiteX3-97" fmla="*/ 316389 w 1820166"/>
              <a:gd name="connsiteY3-98" fmla="*/ 1137003 h 1339204"/>
              <a:gd name="connsiteX4-99" fmla="*/ 40784 w 1820166"/>
              <a:gd name="connsiteY4-100" fmla="*/ 0 h 1339204"/>
              <a:gd name="connsiteX0-101" fmla="*/ 50352 w 1829734"/>
              <a:gd name="connsiteY0-102" fmla="*/ 0 h 1377309"/>
              <a:gd name="connsiteX1-103" fmla="*/ 1829734 w 1829734"/>
              <a:gd name="connsiteY1-104" fmla="*/ 0 h 1377309"/>
              <a:gd name="connsiteX2-105" fmla="*/ 1829734 w 1829734"/>
              <a:gd name="connsiteY2-106" fmla="*/ 1222629 h 1377309"/>
              <a:gd name="connsiteX3-107" fmla="*/ 325957 w 1829734"/>
              <a:gd name="connsiteY3-108" fmla="*/ 1137003 h 1377309"/>
              <a:gd name="connsiteX4-109" fmla="*/ 50352 w 1829734"/>
              <a:gd name="connsiteY4-110" fmla="*/ 0 h 1377309"/>
              <a:gd name="connsiteX0-111" fmla="*/ 35845 w 1815227"/>
              <a:gd name="connsiteY0-112" fmla="*/ 0 h 1367761"/>
              <a:gd name="connsiteX1-113" fmla="*/ 1815227 w 1815227"/>
              <a:gd name="connsiteY1-114" fmla="*/ 0 h 1367761"/>
              <a:gd name="connsiteX2-115" fmla="*/ 1815227 w 1815227"/>
              <a:gd name="connsiteY2-116" fmla="*/ 1222629 h 1367761"/>
              <a:gd name="connsiteX3-117" fmla="*/ 424934 w 1815227"/>
              <a:gd name="connsiteY3-118" fmla="*/ 1115596 h 1367761"/>
              <a:gd name="connsiteX4-119" fmla="*/ 35845 w 1815227"/>
              <a:gd name="connsiteY4-120" fmla="*/ 0 h 1367761"/>
              <a:gd name="connsiteX0-121" fmla="*/ 432 w 1779814"/>
              <a:gd name="connsiteY0-122" fmla="*/ 0 h 1367761"/>
              <a:gd name="connsiteX1-123" fmla="*/ 1779814 w 1779814"/>
              <a:gd name="connsiteY1-124" fmla="*/ 0 h 1367761"/>
              <a:gd name="connsiteX2-125" fmla="*/ 1779814 w 1779814"/>
              <a:gd name="connsiteY2-126" fmla="*/ 1222629 h 1367761"/>
              <a:gd name="connsiteX3-127" fmla="*/ 389521 w 1779814"/>
              <a:gd name="connsiteY3-128" fmla="*/ 1115596 h 1367761"/>
              <a:gd name="connsiteX4-129" fmla="*/ 432 w 1779814"/>
              <a:gd name="connsiteY4-130" fmla="*/ 0 h 1367761"/>
              <a:gd name="connsiteX0-131" fmla="*/ 275 w 1901247"/>
              <a:gd name="connsiteY0-132" fmla="*/ 0 h 1332041"/>
              <a:gd name="connsiteX1-133" fmla="*/ 1901247 w 1901247"/>
              <a:gd name="connsiteY1-134" fmla="*/ 0 h 1332041"/>
              <a:gd name="connsiteX2-135" fmla="*/ 1901247 w 1901247"/>
              <a:gd name="connsiteY2-136" fmla="*/ 1222629 h 1332041"/>
              <a:gd name="connsiteX3-137" fmla="*/ 510954 w 1901247"/>
              <a:gd name="connsiteY3-138" fmla="*/ 1115596 h 1332041"/>
              <a:gd name="connsiteX4-139" fmla="*/ 275 w 1901247"/>
              <a:gd name="connsiteY4-140" fmla="*/ 0 h 1332041"/>
              <a:gd name="connsiteX0-141" fmla="*/ 2334 w 1903306"/>
              <a:gd name="connsiteY0-142" fmla="*/ 0 h 1290655"/>
              <a:gd name="connsiteX1-143" fmla="*/ 1903306 w 1903306"/>
              <a:gd name="connsiteY1-144" fmla="*/ 0 h 1290655"/>
              <a:gd name="connsiteX2-145" fmla="*/ 1903306 w 1903306"/>
              <a:gd name="connsiteY2-146" fmla="*/ 1222629 h 1290655"/>
              <a:gd name="connsiteX3-147" fmla="*/ 310362 w 1903306"/>
              <a:gd name="connsiteY3-148" fmla="*/ 922938 h 1290655"/>
              <a:gd name="connsiteX4-149" fmla="*/ 2334 w 1903306"/>
              <a:gd name="connsiteY4-150" fmla="*/ 0 h 1290655"/>
              <a:gd name="connsiteX0-151" fmla="*/ 510 w 1901482"/>
              <a:gd name="connsiteY0-152" fmla="*/ 0 h 1289317"/>
              <a:gd name="connsiteX1-153" fmla="*/ 1901482 w 1901482"/>
              <a:gd name="connsiteY1-154" fmla="*/ 0 h 1289317"/>
              <a:gd name="connsiteX2-155" fmla="*/ 1901482 w 1901482"/>
              <a:gd name="connsiteY2-156" fmla="*/ 1222629 h 1289317"/>
              <a:gd name="connsiteX3-157" fmla="*/ 308538 w 1901482"/>
              <a:gd name="connsiteY3-158" fmla="*/ 922938 h 1289317"/>
              <a:gd name="connsiteX4-159" fmla="*/ 510 w 1901482"/>
              <a:gd name="connsiteY4-160" fmla="*/ 0 h 1289317"/>
              <a:gd name="connsiteX0-161" fmla="*/ 77 w 1901049"/>
              <a:gd name="connsiteY0-162" fmla="*/ 0 h 1366334"/>
              <a:gd name="connsiteX1-163" fmla="*/ 1901049 w 1901049"/>
              <a:gd name="connsiteY1-164" fmla="*/ 0 h 1366334"/>
              <a:gd name="connsiteX2-165" fmla="*/ 1901049 w 1901049"/>
              <a:gd name="connsiteY2-166" fmla="*/ 1222629 h 1366334"/>
              <a:gd name="connsiteX3-167" fmla="*/ 956585 w 1901049"/>
              <a:gd name="connsiteY3-168" fmla="*/ 1211925 h 1366334"/>
              <a:gd name="connsiteX4-169" fmla="*/ 77 w 1901049"/>
              <a:gd name="connsiteY4-170" fmla="*/ 0 h 1366334"/>
              <a:gd name="connsiteX0-171" fmla="*/ 332 w 1901304"/>
              <a:gd name="connsiteY0-172" fmla="*/ 0 h 1334758"/>
              <a:gd name="connsiteX1-173" fmla="*/ 1901304 w 1901304"/>
              <a:gd name="connsiteY1-174" fmla="*/ 0 h 1334758"/>
              <a:gd name="connsiteX2-175" fmla="*/ 1901304 w 1901304"/>
              <a:gd name="connsiteY2-176" fmla="*/ 1222629 h 1334758"/>
              <a:gd name="connsiteX3-177" fmla="*/ 956840 w 1901304"/>
              <a:gd name="connsiteY3-178" fmla="*/ 1211925 h 1334758"/>
              <a:gd name="connsiteX4-179" fmla="*/ 332 w 1901304"/>
              <a:gd name="connsiteY4-180" fmla="*/ 0 h 1334758"/>
              <a:gd name="connsiteX0-181" fmla="*/ 332 w 1901304"/>
              <a:gd name="connsiteY0-182" fmla="*/ 0 h 1399443"/>
              <a:gd name="connsiteX1-183" fmla="*/ 1901304 w 1901304"/>
              <a:gd name="connsiteY1-184" fmla="*/ 0 h 1399443"/>
              <a:gd name="connsiteX2-185" fmla="*/ 1901304 w 1901304"/>
              <a:gd name="connsiteY2-186" fmla="*/ 1222629 h 1399443"/>
              <a:gd name="connsiteX3-187" fmla="*/ 956840 w 1901304"/>
              <a:gd name="connsiteY3-188" fmla="*/ 1340364 h 1399443"/>
              <a:gd name="connsiteX4-189" fmla="*/ 332 w 1901304"/>
              <a:gd name="connsiteY4-190" fmla="*/ 0 h 1399443"/>
              <a:gd name="connsiteX0-191" fmla="*/ 332 w 1901304"/>
              <a:gd name="connsiteY0-192" fmla="*/ 0 h 1371841"/>
              <a:gd name="connsiteX1-193" fmla="*/ 1901304 w 1901304"/>
              <a:gd name="connsiteY1-194" fmla="*/ 0 h 1371841"/>
              <a:gd name="connsiteX2-195" fmla="*/ 1901304 w 1901304"/>
              <a:gd name="connsiteY2-196" fmla="*/ 1222629 h 1371841"/>
              <a:gd name="connsiteX3-197" fmla="*/ 956840 w 1901304"/>
              <a:gd name="connsiteY3-198" fmla="*/ 1340364 h 1371841"/>
              <a:gd name="connsiteX4-199" fmla="*/ 332 w 1901304"/>
              <a:gd name="connsiteY4-200" fmla="*/ 0 h 1371841"/>
              <a:gd name="connsiteX0-201" fmla="*/ 89 w 1901061"/>
              <a:gd name="connsiteY0-202" fmla="*/ 0 h 1383032"/>
              <a:gd name="connsiteX1-203" fmla="*/ 1901061 w 1901061"/>
              <a:gd name="connsiteY1-204" fmla="*/ 0 h 1383032"/>
              <a:gd name="connsiteX2-205" fmla="*/ 1892955 w 1901061"/>
              <a:gd name="connsiteY2-206" fmla="*/ 965752 h 1383032"/>
              <a:gd name="connsiteX3-207" fmla="*/ 956597 w 1901061"/>
              <a:gd name="connsiteY3-208" fmla="*/ 1340364 h 1383032"/>
              <a:gd name="connsiteX4-209" fmla="*/ 89 w 1901061"/>
              <a:gd name="connsiteY4-210" fmla="*/ 0 h 1383032"/>
              <a:gd name="connsiteX0-211" fmla="*/ 143 w 1901115"/>
              <a:gd name="connsiteY0-212" fmla="*/ 0 h 1209653"/>
              <a:gd name="connsiteX1-213" fmla="*/ 1901115 w 1901115"/>
              <a:gd name="connsiteY1-214" fmla="*/ 0 h 1209653"/>
              <a:gd name="connsiteX2-215" fmla="*/ 1893009 w 1901115"/>
              <a:gd name="connsiteY2-216" fmla="*/ 965752 h 1209653"/>
              <a:gd name="connsiteX3-217" fmla="*/ 705365 w 1901115"/>
              <a:gd name="connsiteY3-218" fmla="*/ 1137003 h 1209653"/>
              <a:gd name="connsiteX4-219" fmla="*/ 143 w 1901115"/>
              <a:gd name="connsiteY4-220" fmla="*/ 0 h 1209653"/>
              <a:gd name="connsiteX0-221" fmla="*/ 3236 w 1904208"/>
              <a:gd name="connsiteY0-222" fmla="*/ 0 h 1271405"/>
              <a:gd name="connsiteX1-223" fmla="*/ 1904208 w 1904208"/>
              <a:gd name="connsiteY1-224" fmla="*/ 0 h 1271405"/>
              <a:gd name="connsiteX2-225" fmla="*/ 1896102 w 1904208"/>
              <a:gd name="connsiteY2-226" fmla="*/ 965752 h 1271405"/>
              <a:gd name="connsiteX3-227" fmla="*/ 708458 w 1904208"/>
              <a:gd name="connsiteY3-228" fmla="*/ 1137003 h 1271405"/>
              <a:gd name="connsiteX4-229" fmla="*/ 3236 w 1904208"/>
              <a:gd name="connsiteY4-230" fmla="*/ 0 h 1271405"/>
              <a:gd name="connsiteX0-231" fmla="*/ 3236 w 1904208"/>
              <a:gd name="connsiteY0-232" fmla="*/ 0 h 1465660"/>
              <a:gd name="connsiteX1-233" fmla="*/ 1904208 w 1904208"/>
              <a:gd name="connsiteY1-234" fmla="*/ 0 h 1465660"/>
              <a:gd name="connsiteX2-235" fmla="*/ 1896102 w 1904208"/>
              <a:gd name="connsiteY2-236" fmla="*/ 965752 h 1465660"/>
              <a:gd name="connsiteX3-237" fmla="*/ 708458 w 1904208"/>
              <a:gd name="connsiteY3-238" fmla="*/ 1372473 h 1465660"/>
              <a:gd name="connsiteX4-239" fmla="*/ 3236 w 1904208"/>
              <a:gd name="connsiteY4-240" fmla="*/ 0 h 1465660"/>
              <a:gd name="connsiteX0-241" fmla="*/ 320 w 1901292"/>
              <a:gd name="connsiteY0-242" fmla="*/ 0 h 1420150"/>
              <a:gd name="connsiteX1-243" fmla="*/ 1901292 w 1901292"/>
              <a:gd name="connsiteY1-244" fmla="*/ 0 h 1420150"/>
              <a:gd name="connsiteX2-245" fmla="*/ 1893186 w 1901292"/>
              <a:gd name="connsiteY2-246" fmla="*/ 965752 h 1420150"/>
              <a:gd name="connsiteX3-247" fmla="*/ 705542 w 1901292"/>
              <a:gd name="connsiteY3-248" fmla="*/ 1372473 h 1420150"/>
              <a:gd name="connsiteX4-249" fmla="*/ 320 w 1901292"/>
              <a:gd name="connsiteY4-250" fmla="*/ 0 h 1420150"/>
              <a:gd name="connsiteX0-251" fmla="*/ 9805 w 1910777"/>
              <a:gd name="connsiteY0-252" fmla="*/ 0 h 1457109"/>
              <a:gd name="connsiteX1-253" fmla="*/ 1910777 w 1910777"/>
              <a:gd name="connsiteY1-254" fmla="*/ 0 h 1457109"/>
              <a:gd name="connsiteX2-255" fmla="*/ 1902671 w 1910777"/>
              <a:gd name="connsiteY2-256" fmla="*/ 965752 h 1457109"/>
              <a:gd name="connsiteX3-257" fmla="*/ 715027 w 1910777"/>
              <a:gd name="connsiteY3-258" fmla="*/ 1372473 h 1457109"/>
              <a:gd name="connsiteX4-259" fmla="*/ 9805 w 1910777"/>
              <a:gd name="connsiteY4-260" fmla="*/ 0 h 1457109"/>
              <a:gd name="connsiteX0-261" fmla="*/ 307 w 1901279"/>
              <a:gd name="connsiteY0-262" fmla="*/ 0 h 1391193"/>
              <a:gd name="connsiteX1-263" fmla="*/ 1901279 w 1901279"/>
              <a:gd name="connsiteY1-264" fmla="*/ 0 h 1391193"/>
              <a:gd name="connsiteX2-265" fmla="*/ 1893173 w 1901279"/>
              <a:gd name="connsiteY2-266" fmla="*/ 965752 h 1391193"/>
              <a:gd name="connsiteX3-267" fmla="*/ 705529 w 1901279"/>
              <a:gd name="connsiteY3-268" fmla="*/ 1372473 h 1391193"/>
              <a:gd name="connsiteX4-269" fmla="*/ 307 w 1901279"/>
              <a:gd name="connsiteY4-270" fmla="*/ 0 h 1391193"/>
              <a:gd name="connsiteX0-271" fmla="*/ 5509 w 1906481"/>
              <a:gd name="connsiteY0-272" fmla="*/ 0 h 1416260"/>
              <a:gd name="connsiteX1-273" fmla="*/ 1906481 w 1906481"/>
              <a:gd name="connsiteY1-274" fmla="*/ 0 h 1416260"/>
              <a:gd name="connsiteX2-275" fmla="*/ 1898375 w 1906481"/>
              <a:gd name="connsiteY2-276" fmla="*/ 965752 h 1416260"/>
              <a:gd name="connsiteX3-277" fmla="*/ 710731 w 1906481"/>
              <a:gd name="connsiteY3-278" fmla="*/ 1372473 h 1416260"/>
              <a:gd name="connsiteX4-279" fmla="*/ 5509 w 1906481"/>
              <a:gd name="connsiteY4-280" fmla="*/ 0 h 1416260"/>
              <a:gd name="connsiteX0-281" fmla="*/ 144 w 1901116"/>
              <a:gd name="connsiteY0-282" fmla="*/ 0 h 1453045"/>
              <a:gd name="connsiteX1-283" fmla="*/ 1901116 w 1901116"/>
              <a:gd name="connsiteY1-284" fmla="*/ 0 h 1453045"/>
              <a:gd name="connsiteX2-285" fmla="*/ 1901116 w 1901116"/>
              <a:gd name="connsiteY2-286" fmla="*/ 1169113 h 1453045"/>
              <a:gd name="connsiteX3-287" fmla="*/ 705366 w 1901116"/>
              <a:gd name="connsiteY3-288" fmla="*/ 1372473 h 1453045"/>
              <a:gd name="connsiteX4-289" fmla="*/ 144 w 1901116"/>
              <a:gd name="connsiteY4-290" fmla="*/ 0 h 1453045"/>
              <a:gd name="connsiteX0-291" fmla="*/ 144 w 1901116"/>
              <a:gd name="connsiteY0-292" fmla="*/ 0 h 1438098"/>
              <a:gd name="connsiteX1-293" fmla="*/ 1901116 w 1901116"/>
              <a:gd name="connsiteY1-294" fmla="*/ 0 h 1438098"/>
              <a:gd name="connsiteX2-295" fmla="*/ 1901116 w 1901116"/>
              <a:gd name="connsiteY2-296" fmla="*/ 1169113 h 1438098"/>
              <a:gd name="connsiteX3-297" fmla="*/ 705366 w 1901116"/>
              <a:gd name="connsiteY3-298" fmla="*/ 1372473 h 1438098"/>
              <a:gd name="connsiteX4-299" fmla="*/ 144 w 1901116"/>
              <a:gd name="connsiteY4-300" fmla="*/ 0 h 1438098"/>
              <a:gd name="connsiteX0-301" fmla="*/ 521 w 1901493"/>
              <a:gd name="connsiteY0-302" fmla="*/ 0 h 1429242"/>
              <a:gd name="connsiteX1-303" fmla="*/ 1901493 w 1901493"/>
              <a:gd name="connsiteY1-304" fmla="*/ 0 h 1429242"/>
              <a:gd name="connsiteX2-305" fmla="*/ 1901493 w 1901493"/>
              <a:gd name="connsiteY2-306" fmla="*/ 1169113 h 1429242"/>
              <a:gd name="connsiteX3-307" fmla="*/ 705743 w 1901493"/>
              <a:gd name="connsiteY3-308" fmla="*/ 1372473 h 1429242"/>
              <a:gd name="connsiteX4-309" fmla="*/ 521 w 1901493"/>
              <a:gd name="connsiteY4-310" fmla="*/ 0 h 1429242"/>
              <a:gd name="connsiteX0-311" fmla="*/ 521 w 1901790"/>
              <a:gd name="connsiteY0-312" fmla="*/ 0 h 1419079"/>
              <a:gd name="connsiteX1-313" fmla="*/ 1901493 w 1901790"/>
              <a:gd name="connsiteY1-314" fmla="*/ 0 h 1419079"/>
              <a:gd name="connsiteX2-315" fmla="*/ 1901493 w 1901790"/>
              <a:gd name="connsiteY2-316" fmla="*/ 1169113 h 1419079"/>
              <a:gd name="connsiteX3-317" fmla="*/ 705743 w 1901790"/>
              <a:gd name="connsiteY3-318" fmla="*/ 1372473 h 1419079"/>
              <a:gd name="connsiteX4-319" fmla="*/ 521 w 1901790"/>
              <a:gd name="connsiteY4-320" fmla="*/ 0 h 1419079"/>
              <a:gd name="connsiteX0-321" fmla="*/ 521 w 1901790"/>
              <a:gd name="connsiteY0-322" fmla="*/ 0 h 1419079"/>
              <a:gd name="connsiteX1-323" fmla="*/ 1901493 w 1901790"/>
              <a:gd name="connsiteY1-324" fmla="*/ 0 h 1419079"/>
              <a:gd name="connsiteX2-325" fmla="*/ 1901493 w 1901790"/>
              <a:gd name="connsiteY2-326" fmla="*/ 1169113 h 1419079"/>
              <a:gd name="connsiteX3-327" fmla="*/ 705743 w 1901790"/>
              <a:gd name="connsiteY3-328" fmla="*/ 1372473 h 1419079"/>
              <a:gd name="connsiteX4-329" fmla="*/ 521 w 1901790"/>
              <a:gd name="connsiteY4-330" fmla="*/ 0 h 141907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01790" h="1419079">
                <a:moveTo>
                  <a:pt x="521" y="0"/>
                </a:moveTo>
                <a:lnTo>
                  <a:pt x="1901493" y="0"/>
                </a:lnTo>
                <a:lnTo>
                  <a:pt x="1901493" y="1169113"/>
                </a:lnTo>
                <a:cubicBezTo>
                  <a:pt x="1917011" y="1180227"/>
                  <a:pt x="1322494" y="1545919"/>
                  <a:pt x="705743" y="1372473"/>
                </a:cubicBezTo>
                <a:cubicBezTo>
                  <a:pt x="88992" y="1199027"/>
                  <a:pt x="-8279" y="409"/>
                  <a:pt x="521" y="0"/>
                </a:cubicBezTo>
                <a:close/>
              </a:path>
            </a:pathLst>
          </a:custGeom>
          <a:solidFill>
            <a:schemeClr val="bg1">
              <a:alpha val="8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pic>
        <p:nvPicPr>
          <p:cNvPr id="9" name="16 Imagen"/>
          <p:cNvPicPr>
            <a:picLocks noChangeAspect="1"/>
          </p:cNvPicPr>
          <p:nvPr userDrawn="1"/>
        </p:nvPicPr>
        <p:blipFill>
          <a:blip r:embed="rId3"/>
          <a:stretch>
            <a:fillRect/>
          </a:stretch>
        </p:blipFill>
        <p:spPr>
          <a:xfrm>
            <a:off x="10510369" y="-43756"/>
            <a:ext cx="1567547" cy="1318224"/>
          </a:xfrm>
          <a:prstGeom prst="rect">
            <a:avLst/>
          </a:prstGeom>
        </p:spPr>
      </p:pic>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ortada cesped">
    <p:spTree>
      <p:nvGrpSpPr>
        <p:cNvPr id="1" name=""/>
        <p:cNvGrpSpPr/>
        <p:nvPr/>
      </p:nvGrpSpPr>
      <p:grpSpPr>
        <a:xfrm>
          <a:off x="0" y="0"/>
          <a:ext cx="0" cy="0"/>
          <a:chOff x="0" y="0"/>
          <a:chExt cx="0" cy="0"/>
        </a:xfrm>
      </p:grpSpPr>
      <p:sp>
        <p:nvSpPr>
          <p:cNvPr id="2" name="Rectángulo 1"/>
          <p:cNvSpPr/>
          <p:nvPr userDrawn="1"/>
        </p:nvSpPr>
        <p:spPr>
          <a:xfrm>
            <a:off x="0"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3" name="Rectángulo 2"/>
          <p:cNvSpPr/>
          <p:nvPr userDrawn="1"/>
        </p:nvSpPr>
        <p:spPr>
          <a:xfrm>
            <a:off x="9506184"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4" name="Rectángulo 3"/>
          <p:cNvSpPr/>
          <p:nvPr userDrawn="1"/>
        </p:nvSpPr>
        <p:spPr>
          <a:xfrm>
            <a:off x="0" y="5522258"/>
            <a:ext cx="12192000"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pic>
        <p:nvPicPr>
          <p:cNvPr id="5" name="Imagen 4"/>
          <p:cNvPicPr>
            <a:picLocks noChangeAspect="1"/>
          </p:cNvPicPr>
          <p:nvPr userDrawn="1"/>
        </p:nvPicPr>
        <p:blipFill>
          <a:blip r:embed="rId2"/>
          <a:stretch>
            <a:fillRect/>
          </a:stretch>
        </p:blipFill>
        <p:spPr>
          <a:xfrm>
            <a:off x="0" y="0"/>
            <a:ext cx="12192000" cy="6858000"/>
          </a:xfrm>
          <a:prstGeom prst="rect">
            <a:avLst/>
          </a:prstGeom>
        </p:spPr>
      </p:pic>
      <p:sp>
        <p:nvSpPr>
          <p:cNvPr id="7" name="Rectángulo 5"/>
          <p:cNvSpPr/>
          <p:nvPr userDrawn="1"/>
        </p:nvSpPr>
        <p:spPr>
          <a:xfrm>
            <a:off x="9827361" y="-22214"/>
            <a:ext cx="2364639" cy="1336416"/>
          </a:xfrm>
          <a:custGeom>
            <a:avLst/>
            <a:gdLst>
              <a:gd name="connsiteX0" fmla="*/ 0 w 1511883"/>
              <a:gd name="connsiteY0" fmla="*/ 0 h 1222629"/>
              <a:gd name="connsiteX1" fmla="*/ 1511883 w 1511883"/>
              <a:gd name="connsiteY1" fmla="*/ 0 h 1222629"/>
              <a:gd name="connsiteX2" fmla="*/ 1511883 w 1511883"/>
              <a:gd name="connsiteY2" fmla="*/ 1222629 h 1222629"/>
              <a:gd name="connsiteX3" fmla="*/ 0 w 1511883"/>
              <a:gd name="connsiteY3" fmla="*/ 1222629 h 1222629"/>
              <a:gd name="connsiteX4" fmla="*/ 0 w 1511883"/>
              <a:gd name="connsiteY4" fmla="*/ 0 h 1222629"/>
              <a:gd name="connsiteX0-1" fmla="*/ 0 w 1511883"/>
              <a:gd name="connsiteY0-2" fmla="*/ 0 h 1222629"/>
              <a:gd name="connsiteX1-3" fmla="*/ 1511883 w 1511883"/>
              <a:gd name="connsiteY1-4" fmla="*/ 0 h 1222629"/>
              <a:gd name="connsiteX2-5" fmla="*/ 1511883 w 1511883"/>
              <a:gd name="connsiteY2-6" fmla="*/ 1222629 h 1222629"/>
              <a:gd name="connsiteX3-7" fmla="*/ 0 w 1511883"/>
              <a:gd name="connsiteY3-8" fmla="*/ 1222629 h 1222629"/>
              <a:gd name="connsiteX4-9" fmla="*/ 0 w 1511883"/>
              <a:gd name="connsiteY4-10" fmla="*/ 0 h 1222629"/>
              <a:gd name="connsiteX0-11" fmla="*/ 245583 w 1757466"/>
              <a:gd name="connsiteY0-12" fmla="*/ 0 h 1451719"/>
              <a:gd name="connsiteX1-13" fmla="*/ 1757466 w 1757466"/>
              <a:gd name="connsiteY1-14" fmla="*/ 0 h 1451719"/>
              <a:gd name="connsiteX2-15" fmla="*/ 1757466 w 1757466"/>
              <a:gd name="connsiteY2-16" fmla="*/ 1222629 h 1451719"/>
              <a:gd name="connsiteX3-17" fmla="*/ 245583 w 1757466"/>
              <a:gd name="connsiteY3-18" fmla="*/ 1222629 h 1451719"/>
              <a:gd name="connsiteX4-19" fmla="*/ 245583 w 1757466"/>
              <a:gd name="connsiteY4-20" fmla="*/ 0 h 1451719"/>
              <a:gd name="connsiteX0-21" fmla="*/ 208338 w 1720221"/>
              <a:gd name="connsiteY0-22" fmla="*/ 0 h 1451719"/>
              <a:gd name="connsiteX1-23" fmla="*/ 1720221 w 1720221"/>
              <a:gd name="connsiteY1-24" fmla="*/ 0 h 1451719"/>
              <a:gd name="connsiteX2-25" fmla="*/ 1720221 w 1720221"/>
              <a:gd name="connsiteY2-26" fmla="*/ 1222629 h 1451719"/>
              <a:gd name="connsiteX3-27" fmla="*/ 208338 w 1720221"/>
              <a:gd name="connsiteY3-28" fmla="*/ 1222629 h 1451719"/>
              <a:gd name="connsiteX4-29" fmla="*/ 208338 w 1720221"/>
              <a:gd name="connsiteY4-30" fmla="*/ 0 h 1451719"/>
              <a:gd name="connsiteX0-31" fmla="*/ 79438 w 1591321"/>
              <a:gd name="connsiteY0-32" fmla="*/ 0 h 1602245"/>
              <a:gd name="connsiteX1-33" fmla="*/ 1591321 w 1591321"/>
              <a:gd name="connsiteY1-34" fmla="*/ 0 h 1602245"/>
              <a:gd name="connsiteX2-35" fmla="*/ 1591321 w 1591321"/>
              <a:gd name="connsiteY2-36" fmla="*/ 1222629 h 1602245"/>
              <a:gd name="connsiteX3-37" fmla="*/ 338830 w 1591321"/>
              <a:gd name="connsiteY3-38" fmla="*/ 1436694 h 1602245"/>
              <a:gd name="connsiteX4-39" fmla="*/ 79438 w 1591321"/>
              <a:gd name="connsiteY4-40" fmla="*/ 0 h 1602245"/>
              <a:gd name="connsiteX0-41" fmla="*/ 110321 w 1622204"/>
              <a:gd name="connsiteY0-42" fmla="*/ 0 h 1540900"/>
              <a:gd name="connsiteX1-43" fmla="*/ 1622204 w 1622204"/>
              <a:gd name="connsiteY1-44" fmla="*/ 0 h 1540900"/>
              <a:gd name="connsiteX2-45" fmla="*/ 1622204 w 1622204"/>
              <a:gd name="connsiteY2-46" fmla="*/ 1222629 h 1540900"/>
              <a:gd name="connsiteX3-47" fmla="*/ 369713 w 1622204"/>
              <a:gd name="connsiteY3-48" fmla="*/ 1436694 h 1540900"/>
              <a:gd name="connsiteX4-49" fmla="*/ 110321 w 1622204"/>
              <a:gd name="connsiteY4-50" fmla="*/ 0 h 1540900"/>
              <a:gd name="connsiteX0-51" fmla="*/ 27436 w 1806818"/>
              <a:gd name="connsiteY0-52" fmla="*/ 0 h 1519013"/>
              <a:gd name="connsiteX1-53" fmla="*/ 1806818 w 1806818"/>
              <a:gd name="connsiteY1-54" fmla="*/ 0 h 1519013"/>
              <a:gd name="connsiteX2-55" fmla="*/ 1806818 w 1806818"/>
              <a:gd name="connsiteY2-56" fmla="*/ 1222629 h 1519013"/>
              <a:gd name="connsiteX3-57" fmla="*/ 554327 w 1806818"/>
              <a:gd name="connsiteY3-58" fmla="*/ 1436694 h 1519013"/>
              <a:gd name="connsiteX4-59" fmla="*/ 27436 w 1806818"/>
              <a:gd name="connsiteY4-60" fmla="*/ 0 h 1519013"/>
              <a:gd name="connsiteX0-61" fmla="*/ 37245 w 1816627"/>
              <a:gd name="connsiteY0-62" fmla="*/ 0 h 1411300"/>
              <a:gd name="connsiteX1-63" fmla="*/ 1816627 w 1816627"/>
              <a:gd name="connsiteY1-64" fmla="*/ 0 h 1411300"/>
              <a:gd name="connsiteX2-65" fmla="*/ 1816627 w 1816627"/>
              <a:gd name="connsiteY2-66" fmla="*/ 1222629 h 1411300"/>
              <a:gd name="connsiteX3-67" fmla="*/ 434440 w 1816627"/>
              <a:gd name="connsiteY3-68" fmla="*/ 1286848 h 1411300"/>
              <a:gd name="connsiteX4-69" fmla="*/ 37245 w 1816627"/>
              <a:gd name="connsiteY4-70" fmla="*/ 0 h 1411300"/>
              <a:gd name="connsiteX0-71" fmla="*/ 59970 w 1839352"/>
              <a:gd name="connsiteY0-72" fmla="*/ 0 h 1475834"/>
              <a:gd name="connsiteX1-73" fmla="*/ 1839352 w 1839352"/>
              <a:gd name="connsiteY1-74" fmla="*/ 0 h 1475834"/>
              <a:gd name="connsiteX2-75" fmla="*/ 1839352 w 1839352"/>
              <a:gd name="connsiteY2-76" fmla="*/ 1222629 h 1475834"/>
              <a:gd name="connsiteX3-77" fmla="*/ 457165 w 1839352"/>
              <a:gd name="connsiteY3-78" fmla="*/ 1286848 h 1475834"/>
              <a:gd name="connsiteX4-79" fmla="*/ 59970 w 1839352"/>
              <a:gd name="connsiteY4-80" fmla="*/ 0 h 1475834"/>
              <a:gd name="connsiteX0-81" fmla="*/ 29772 w 1809154"/>
              <a:gd name="connsiteY0-82" fmla="*/ 0 h 1411300"/>
              <a:gd name="connsiteX1-83" fmla="*/ 1809154 w 1809154"/>
              <a:gd name="connsiteY1-84" fmla="*/ 0 h 1411300"/>
              <a:gd name="connsiteX2-85" fmla="*/ 1809154 w 1809154"/>
              <a:gd name="connsiteY2-86" fmla="*/ 1222629 h 1411300"/>
              <a:gd name="connsiteX3-87" fmla="*/ 426967 w 1809154"/>
              <a:gd name="connsiteY3-88" fmla="*/ 1286848 h 1411300"/>
              <a:gd name="connsiteX4-89" fmla="*/ 29772 w 1809154"/>
              <a:gd name="connsiteY4-90" fmla="*/ 0 h 1411300"/>
              <a:gd name="connsiteX0-91" fmla="*/ 40784 w 1820166"/>
              <a:gd name="connsiteY0-92" fmla="*/ 0 h 1339204"/>
              <a:gd name="connsiteX1-93" fmla="*/ 1820166 w 1820166"/>
              <a:gd name="connsiteY1-94" fmla="*/ 0 h 1339204"/>
              <a:gd name="connsiteX2-95" fmla="*/ 1820166 w 1820166"/>
              <a:gd name="connsiteY2-96" fmla="*/ 1222629 h 1339204"/>
              <a:gd name="connsiteX3-97" fmla="*/ 316389 w 1820166"/>
              <a:gd name="connsiteY3-98" fmla="*/ 1137003 h 1339204"/>
              <a:gd name="connsiteX4-99" fmla="*/ 40784 w 1820166"/>
              <a:gd name="connsiteY4-100" fmla="*/ 0 h 1339204"/>
              <a:gd name="connsiteX0-101" fmla="*/ 50352 w 1829734"/>
              <a:gd name="connsiteY0-102" fmla="*/ 0 h 1377309"/>
              <a:gd name="connsiteX1-103" fmla="*/ 1829734 w 1829734"/>
              <a:gd name="connsiteY1-104" fmla="*/ 0 h 1377309"/>
              <a:gd name="connsiteX2-105" fmla="*/ 1829734 w 1829734"/>
              <a:gd name="connsiteY2-106" fmla="*/ 1222629 h 1377309"/>
              <a:gd name="connsiteX3-107" fmla="*/ 325957 w 1829734"/>
              <a:gd name="connsiteY3-108" fmla="*/ 1137003 h 1377309"/>
              <a:gd name="connsiteX4-109" fmla="*/ 50352 w 1829734"/>
              <a:gd name="connsiteY4-110" fmla="*/ 0 h 1377309"/>
              <a:gd name="connsiteX0-111" fmla="*/ 35845 w 1815227"/>
              <a:gd name="connsiteY0-112" fmla="*/ 0 h 1367761"/>
              <a:gd name="connsiteX1-113" fmla="*/ 1815227 w 1815227"/>
              <a:gd name="connsiteY1-114" fmla="*/ 0 h 1367761"/>
              <a:gd name="connsiteX2-115" fmla="*/ 1815227 w 1815227"/>
              <a:gd name="connsiteY2-116" fmla="*/ 1222629 h 1367761"/>
              <a:gd name="connsiteX3-117" fmla="*/ 424934 w 1815227"/>
              <a:gd name="connsiteY3-118" fmla="*/ 1115596 h 1367761"/>
              <a:gd name="connsiteX4-119" fmla="*/ 35845 w 1815227"/>
              <a:gd name="connsiteY4-120" fmla="*/ 0 h 1367761"/>
              <a:gd name="connsiteX0-121" fmla="*/ 432 w 1779814"/>
              <a:gd name="connsiteY0-122" fmla="*/ 0 h 1367761"/>
              <a:gd name="connsiteX1-123" fmla="*/ 1779814 w 1779814"/>
              <a:gd name="connsiteY1-124" fmla="*/ 0 h 1367761"/>
              <a:gd name="connsiteX2-125" fmla="*/ 1779814 w 1779814"/>
              <a:gd name="connsiteY2-126" fmla="*/ 1222629 h 1367761"/>
              <a:gd name="connsiteX3-127" fmla="*/ 389521 w 1779814"/>
              <a:gd name="connsiteY3-128" fmla="*/ 1115596 h 1367761"/>
              <a:gd name="connsiteX4-129" fmla="*/ 432 w 1779814"/>
              <a:gd name="connsiteY4-130" fmla="*/ 0 h 1367761"/>
              <a:gd name="connsiteX0-131" fmla="*/ 275 w 1901247"/>
              <a:gd name="connsiteY0-132" fmla="*/ 0 h 1332041"/>
              <a:gd name="connsiteX1-133" fmla="*/ 1901247 w 1901247"/>
              <a:gd name="connsiteY1-134" fmla="*/ 0 h 1332041"/>
              <a:gd name="connsiteX2-135" fmla="*/ 1901247 w 1901247"/>
              <a:gd name="connsiteY2-136" fmla="*/ 1222629 h 1332041"/>
              <a:gd name="connsiteX3-137" fmla="*/ 510954 w 1901247"/>
              <a:gd name="connsiteY3-138" fmla="*/ 1115596 h 1332041"/>
              <a:gd name="connsiteX4-139" fmla="*/ 275 w 1901247"/>
              <a:gd name="connsiteY4-140" fmla="*/ 0 h 1332041"/>
              <a:gd name="connsiteX0-141" fmla="*/ 2334 w 1903306"/>
              <a:gd name="connsiteY0-142" fmla="*/ 0 h 1290655"/>
              <a:gd name="connsiteX1-143" fmla="*/ 1903306 w 1903306"/>
              <a:gd name="connsiteY1-144" fmla="*/ 0 h 1290655"/>
              <a:gd name="connsiteX2-145" fmla="*/ 1903306 w 1903306"/>
              <a:gd name="connsiteY2-146" fmla="*/ 1222629 h 1290655"/>
              <a:gd name="connsiteX3-147" fmla="*/ 310362 w 1903306"/>
              <a:gd name="connsiteY3-148" fmla="*/ 922938 h 1290655"/>
              <a:gd name="connsiteX4-149" fmla="*/ 2334 w 1903306"/>
              <a:gd name="connsiteY4-150" fmla="*/ 0 h 1290655"/>
              <a:gd name="connsiteX0-151" fmla="*/ 510 w 1901482"/>
              <a:gd name="connsiteY0-152" fmla="*/ 0 h 1289317"/>
              <a:gd name="connsiteX1-153" fmla="*/ 1901482 w 1901482"/>
              <a:gd name="connsiteY1-154" fmla="*/ 0 h 1289317"/>
              <a:gd name="connsiteX2-155" fmla="*/ 1901482 w 1901482"/>
              <a:gd name="connsiteY2-156" fmla="*/ 1222629 h 1289317"/>
              <a:gd name="connsiteX3-157" fmla="*/ 308538 w 1901482"/>
              <a:gd name="connsiteY3-158" fmla="*/ 922938 h 1289317"/>
              <a:gd name="connsiteX4-159" fmla="*/ 510 w 1901482"/>
              <a:gd name="connsiteY4-160" fmla="*/ 0 h 1289317"/>
              <a:gd name="connsiteX0-161" fmla="*/ 77 w 1901049"/>
              <a:gd name="connsiteY0-162" fmla="*/ 0 h 1366334"/>
              <a:gd name="connsiteX1-163" fmla="*/ 1901049 w 1901049"/>
              <a:gd name="connsiteY1-164" fmla="*/ 0 h 1366334"/>
              <a:gd name="connsiteX2-165" fmla="*/ 1901049 w 1901049"/>
              <a:gd name="connsiteY2-166" fmla="*/ 1222629 h 1366334"/>
              <a:gd name="connsiteX3-167" fmla="*/ 956585 w 1901049"/>
              <a:gd name="connsiteY3-168" fmla="*/ 1211925 h 1366334"/>
              <a:gd name="connsiteX4-169" fmla="*/ 77 w 1901049"/>
              <a:gd name="connsiteY4-170" fmla="*/ 0 h 1366334"/>
              <a:gd name="connsiteX0-171" fmla="*/ 332 w 1901304"/>
              <a:gd name="connsiteY0-172" fmla="*/ 0 h 1334758"/>
              <a:gd name="connsiteX1-173" fmla="*/ 1901304 w 1901304"/>
              <a:gd name="connsiteY1-174" fmla="*/ 0 h 1334758"/>
              <a:gd name="connsiteX2-175" fmla="*/ 1901304 w 1901304"/>
              <a:gd name="connsiteY2-176" fmla="*/ 1222629 h 1334758"/>
              <a:gd name="connsiteX3-177" fmla="*/ 956840 w 1901304"/>
              <a:gd name="connsiteY3-178" fmla="*/ 1211925 h 1334758"/>
              <a:gd name="connsiteX4-179" fmla="*/ 332 w 1901304"/>
              <a:gd name="connsiteY4-180" fmla="*/ 0 h 1334758"/>
              <a:gd name="connsiteX0-181" fmla="*/ 332 w 1901304"/>
              <a:gd name="connsiteY0-182" fmla="*/ 0 h 1399443"/>
              <a:gd name="connsiteX1-183" fmla="*/ 1901304 w 1901304"/>
              <a:gd name="connsiteY1-184" fmla="*/ 0 h 1399443"/>
              <a:gd name="connsiteX2-185" fmla="*/ 1901304 w 1901304"/>
              <a:gd name="connsiteY2-186" fmla="*/ 1222629 h 1399443"/>
              <a:gd name="connsiteX3-187" fmla="*/ 956840 w 1901304"/>
              <a:gd name="connsiteY3-188" fmla="*/ 1340364 h 1399443"/>
              <a:gd name="connsiteX4-189" fmla="*/ 332 w 1901304"/>
              <a:gd name="connsiteY4-190" fmla="*/ 0 h 1399443"/>
              <a:gd name="connsiteX0-191" fmla="*/ 332 w 1901304"/>
              <a:gd name="connsiteY0-192" fmla="*/ 0 h 1371841"/>
              <a:gd name="connsiteX1-193" fmla="*/ 1901304 w 1901304"/>
              <a:gd name="connsiteY1-194" fmla="*/ 0 h 1371841"/>
              <a:gd name="connsiteX2-195" fmla="*/ 1901304 w 1901304"/>
              <a:gd name="connsiteY2-196" fmla="*/ 1222629 h 1371841"/>
              <a:gd name="connsiteX3-197" fmla="*/ 956840 w 1901304"/>
              <a:gd name="connsiteY3-198" fmla="*/ 1340364 h 1371841"/>
              <a:gd name="connsiteX4-199" fmla="*/ 332 w 1901304"/>
              <a:gd name="connsiteY4-200" fmla="*/ 0 h 1371841"/>
              <a:gd name="connsiteX0-201" fmla="*/ 89 w 1901061"/>
              <a:gd name="connsiteY0-202" fmla="*/ 0 h 1383032"/>
              <a:gd name="connsiteX1-203" fmla="*/ 1901061 w 1901061"/>
              <a:gd name="connsiteY1-204" fmla="*/ 0 h 1383032"/>
              <a:gd name="connsiteX2-205" fmla="*/ 1892955 w 1901061"/>
              <a:gd name="connsiteY2-206" fmla="*/ 965752 h 1383032"/>
              <a:gd name="connsiteX3-207" fmla="*/ 956597 w 1901061"/>
              <a:gd name="connsiteY3-208" fmla="*/ 1340364 h 1383032"/>
              <a:gd name="connsiteX4-209" fmla="*/ 89 w 1901061"/>
              <a:gd name="connsiteY4-210" fmla="*/ 0 h 1383032"/>
              <a:gd name="connsiteX0-211" fmla="*/ 143 w 1901115"/>
              <a:gd name="connsiteY0-212" fmla="*/ 0 h 1209653"/>
              <a:gd name="connsiteX1-213" fmla="*/ 1901115 w 1901115"/>
              <a:gd name="connsiteY1-214" fmla="*/ 0 h 1209653"/>
              <a:gd name="connsiteX2-215" fmla="*/ 1893009 w 1901115"/>
              <a:gd name="connsiteY2-216" fmla="*/ 965752 h 1209653"/>
              <a:gd name="connsiteX3-217" fmla="*/ 705365 w 1901115"/>
              <a:gd name="connsiteY3-218" fmla="*/ 1137003 h 1209653"/>
              <a:gd name="connsiteX4-219" fmla="*/ 143 w 1901115"/>
              <a:gd name="connsiteY4-220" fmla="*/ 0 h 1209653"/>
              <a:gd name="connsiteX0-221" fmla="*/ 3236 w 1904208"/>
              <a:gd name="connsiteY0-222" fmla="*/ 0 h 1271405"/>
              <a:gd name="connsiteX1-223" fmla="*/ 1904208 w 1904208"/>
              <a:gd name="connsiteY1-224" fmla="*/ 0 h 1271405"/>
              <a:gd name="connsiteX2-225" fmla="*/ 1896102 w 1904208"/>
              <a:gd name="connsiteY2-226" fmla="*/ 965752 h 1271405"/>
              <a:gd name="connsiteX3-227" fmla="*/ 708458 w 1904208"/>
              <a:gd name="connsiteY3-228" fmla="*/ 1137003 h 1271405"/>
              <a:gd name="connsiteX4-229" fmla="*/ 3236 w 1904208"/>
              <a:gd name="connsiteY4-230" fmla="*/ 0 h 1271405"/>
              <a:gd name="connsiteX0-231" fmla="*/ 3236 w 1904208"/>
              <a:gd name="connsiteY0-232" fmla="*/ 0 h 1465660"/>
              <a:gd name="connsiteX1-233" fmla="*/ 1904208 w 1904208"/>
              <a:gd name="connsiteY1-234" fmla="*/ 0 h 1465660"/>
              <a:gd name="connsiteX2-235" fmla="*/ 1896102 w 1904208"/>
              <a:gd name="connsiteY2-236" fmla="*/ 965752 h 1465660"/>
              <a:gd name="connsiteX3-237" fmla="*/ 708458 w 1904208"/>
              <a:gd name="connsiteY3-238" fmla="*/ 1372473 h 1465660"/>
              <a:gd name="connsiteX4-239" fmla="*/ 3236 w 1904208"/>
              <a:gd name="connsiteY4-240" fmla="*/ 0 h 1465660"/>
              <a:gd name="connsiteX0-241" fmla="*/ 320 w 1901292"/>
              <a:gd name="connsiteY0-242" fmla="*/ 0 h 1420150"/>
              <a:gd name="connsiteX1-243" fmla="*/ 1901292 w 1901292"/>
              <a:gd name="connsiteY1-244" fmla="*/ 0 h 1420150"/>
              <a:gd name="connsiteX2-245" fmla="*/ 1893186 w 1901292"/>
              <a:gd name="connsiteY2-246" fmla="*/ 965752 h 1420150"/>
              <a:gd name="connsiteX3-247" fmla="*/ 705542 w 1901292"/>
              <a:gd name="connsiteY3-248" fmla="*/ 1372473 h 1420150"/>
              <a:gd name="connsiteX4-249" fmla="*/ 320 w 1901292"/>
              <a:gd name="connsiteY4-250" fmla="*/ 0 h 1420150"/>
              <a:gd name="connsiteX0-251" fmla="*/ 9805 w 1910777"/>
              <a:gd name="connsiteY0-252" fmla="*/ 0 h 1457109"/>
              <a:gd name="connsiteX1-253" fmla="*/ 1910777 w 1910777"/>
              <a:gd name="connsiteY1-254" fmla="*/ 0 h 1457109"/>
              <a:gd name="connsiteX2-255" fmla="*/ 1902671 w 1910777"/>
              <a:gd name="connsiteY2-256" fmla="*/ 965752 h 1457109"/>
              <a:gd name="connsiteX3-257" fmla="*/ 715027 w 1910777"/>
              <a:gd name="connsiteY3-258" fmla="*/ 1372473 h 1457109"/>
              <a:gd name="connsiteX4-259" fmla="*/ 9805 w 1910777"/>
              <a:gd name="connsiteY4-260" fmla="*/ 0 h 1457109"/>
              <a:gd name="connsiteX0-261" fmla="*/ 307 w 1901279"/>
              <a:gd name="connsiteY0-262" fmla="*/ 0 h 1391193"/>
              <a:gd name="connsiteX1-263" fmla="*/ 1901279 w 1901279"/>
              <a:gd name="connsiteY1-264" fmla="*/ 0 h 1391193"/>
              <a:gd name="connsiteX2-265" fmla="*/ 1893173 w 1901279"/>
              <a:gd name="connsiteY2-266" fmla="*/ 965752 h 1391193"/>
              <a:gd name="connsiteX3-267" fmla="*/ 705529 w 1901279"/>
              <a:gd name="connsiteY3-268" fmla="*/ 1372473 h 1391193"/>
              <a:gd name="connsiteX4-269" fmla="*/ 307 w 1901279"/>
              <a:gd name="connsiteY4-270" fmla="*/ 0 h 1391193"/>
              <a:gd name="connsiteX0-271" fmla="*/ 5509 w 1906481"/>
              <a:gd name="connsiteY0-272" fmla="*/ 0 h 1416260"/>
              <a:gd name="connsiteX1-273" fmla="*/ 1906481 w 1906481"/>
              <a:gd name="connsiteY1-274" fmla="*/ 0 h 1416260"/>
              <a:gd name="connsiteX2-275" fmla="*/ 1898375 w 1906481"/>
              <a:gd name="connsiteY2-276" fmla="*/ 965752 h 1416260"/>
              <a:gd name="connsiteX3-277" fmla="*/ 710731 w 1906481"/>
              <a:gd name="connsiteY3-278" fmla="*/ 1372473 h 1416260"/>
              <a:gd name="connsiteX4-279" fmla="*/ 5509 w 1906481"/>
              <a:gd name="connsiteY4-280" fmla="*/ 0 h 1416260"/>
              <a:gd name="connsiteX0-281" fmla="*/ 144 w 1901116"/>
              <a:gd name="connsiteY0-282" fmla="*/ 0 h 1453045"/>
              <a:gd name="connsiteX1-283" fmla="*/ 1901116 w 1901116"/>
              <a:gd name="connsiteY1-284" fmla="*/ 0 h 1453045"/>
              <a:gd name="connsiteX2-285" fmla="*/ 1901116 w 1901116"/>
              <a:gd name="connsiteY2-286" fmla="*/ 1169113 h 1453045"/>
              <a:gd name="connsiteX3-287" fmla="*/ 705366 w 1901116"/>
              <a:gd name="connsiteY3-288" fmla="*/ 1372473 h 1453045"/>
              <a:gd name="connsiteX4-289" fmla="*/ 144 w 1901116"/>
              <a:gd name="connsiteY4-290" fmla="*/ 0 h 1453045"/>
              <a:gd name="connsiteX0-291" fmla="*/ 144 w 1901116"/>
              <a:gd name="connsiteY0-292" fmla="*/ 0 h 1438098"/>
              <a:gd name="connsiteX1-293" fmla="*/ 1901116 w 1901116"/>
              <a:gd name="connsiteY1-294" fmla="*/ 0 h 1438098"/>
              <a:gd name="connsiteX2-295" fmla="*/ 1901116 w 1901116"/>
              <a:gd name="connsiteY2-296" fmla="*/ 1169113 h 1438098"/>
              <a:gd name="connsiteX3-297" fmla="*/ 705366 w 1901116"/>
              <a:gd name="connsiteY3-298" fmla="*/ 1372473 h 1438098"/>
              <a:gd name="connsiteX4-299" fmla="*/ 144 w 1901116"/>
              <a:gd name="connsiteY4-300" fmla="*/ 0 h 1438098"/>
              <a:gd name="connsiteX0-301" fmla="*/ 521 w 1901493"/>
              <a:gd name="connsiteY0-302" fmla="*/ 0 h 1429242"/>
              <a:gd name="connsiteX1-303" fmla="*/ 1901493 w 1901493"/>
              <a:gd name="connsiteY1-304" fmla="*/ 0 h 1429242"/>
              <a:gd name="connsiteX2-305" fmla="*/ 1901493 w 1901493"/>
              <a:gd name="connsiteY2-306" fmla="*/ 1169113 h 1429242"/>
              <a:gd name="connsiteX3-307" fmla="*/ 705743 w 1901493"/>
              <a:gd name="connsiteY3-308" fmla="*/ 1372473 h 1429242"/>
              <a:gd name="connsiteX4-309" fmla="*/ 521 w 1901493"/>
              <a:gd name="connsiteY4-310" fmla="*/ 0 h 1429242"/>
              <a:gd name="connsiteX0-311" fmla="*/ 521 w 1901790"/>
              <a:gd name="connsiteY0-312" fmla="*/ 0 h 1419079"/>
              <a:gd name="connsiteX1-313" fmla="*/ 1901493 w 1901790"/>
              <a:gd name="connsiteY1-314" fmla="*/ 0 h 1419079"/>
              <a:gd name="connsiteX2-315" fmla="*/ 1901493 w 1901790"/>
              <a:gd name="connsiteY2-316" fmla="*/ 1169113 h 1419079"/>
              <a:gd name="connsiteX3-317" fmla="*/ 705743 w 1901790"/>
              <a:gd name="connsiteY3-318" fmla="*/ 1372473 h 1419079"/>
              <a:gd name="connsiteX4-319" fmla="*/ 521 w 1901790"/>
              <a:gd name="connsiteY4-320" fmla="*/ 0 h 1419079"/>
              <a:gd name="connsiteX0-321" fmla="*/ 521 w 1901790"/>
              <a:gd name="connsiteY0-322" fmla="*/ 0 h 1419079"/>
              <a:gd name="connsiteX1-323" fmla="*/ 1901493 w 1901790"/>
              <a:gd name="connsiteY1-324" fmla="*/ 0 h 1419079"/>
              <a:gd name="connsiteX2-325" fmla="*/ 1901493 w 1901790"/>
              <a:gd name="connsiteY2-326" fmla="*/ 1169113 h 1419079"/>
              <a:gd name="connsiteX3-327" fmla="*/ 705743 w 1901790"/>
              <a:gd name="connsiteY3-328" fmla="*/ 1372473 h 1419079"/>
              <a:gd name="connsiteX4-329" fmla="*/ 521 w 1901790"/>
              <a:gd name="connsiteY4-330" fmla="*/ 0 h 141907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01790" h="1419079">
                <a:moveTo>
                  <a:pt x="521" y="0"/>
                </a:moveTo>
                <a:lnTo>
                  <a:pt x="1901493" y="0"/>
                </a:lnTo>
                <a:lnTo>
                  <a:pt x="1901493" y="1169113"/>
                </a:lnTo>
                <a:cubicBezTo>
                  <a:pt x="1917011" y="1180227"/>
                  <a:pt x="1322494" y="1545919"/>
                  <a:pt x="705743" y="1372473"/>
                </a:cubicBezTo>
                <a:cubicBezTo>
                  <a:pt x="88992" y="1199027"/>
                  <a:pt x="-8279" y="409"/>
                  <a:pt x="521" y="0"/>
                </a:cubicBezTo>
                <a:close/>
              </a:path>
            </a:pathLst>
          </a:custGeom>
          <a:solidFill>
            <a:schemeClr val="bg1">
              <a:alpha val="8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8" name="Elipse 7"/>
          <p:cNvSpPr/>
          <p:nvPr userDrawn="1"/>
        </p:nvSpPr>
        <p:spPr>
          <a:xfrm>
            <a:off x="10280442" y="8388"/>
            <a:ext cx="1885361" cy="185566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pic>
        <p:nvPicPr>
          <p:cNvPr id="9" name="16 Imagen"/>
          <p:cNvPicPr>
            <a:picLocks noChangeAspect="1"/>
          </p:cNvPicPr>
          <p:nvPr userDrawn="1"/>
        </p:nvPicPr>
        <p:blipFill>
          <a:blip r:embed="rId3"/>
          <a:stretch>
            <a:fillRect/>
          </a:stretch>
        </p:blipFill>
        <p:spPr>
          <a:xfrm>
            <a:off x="10439348" y="205776"/>
            <a:ext cx="1567547" cy="1318224"/>
          </a:xfrm>
          <a:prstGeom prst="rect">
            <a:avLst/>
          </a:prstGeom>
        </p:spPr>
      </p:pic>
    </p:spTree>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ortada chip">
    <p:spTree>
      <p:nvGrpSpPr>
        <p:cNvPr id="1" name=""/>
        <p:cNvGrpSpPr/>
        <p:nvPr/>
      </p:nvGrpSpPr>
      <p:grpSpPr>
        <a:xfrm>
          <a:off x="0" y="0"/>
          <a:ext cx="0" cy="0"/>
          <a:chOff x="0" y="0"/>
          <a:chExt cx="0" cy="0"/>
        </a:xfrm>
      </p:grpSpPr>
      <p:sp>
        <p:nvSpPr>
          <p:cNvPr id="2" name="Rectángulo 1"/>
          <p:cNvSpPr/>
          <p:nvPr userDrawn="1"/>
        </p:nvSpPr>
        <p:spPr>
          <a:xfrm>
            <a:off x="0"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3" name="Rectángulo 2"/>
          <p:cNvSpPr/>
          <p:nvPr userDrawn="1"/>
        </p:nvSpPr>
        <p:spPr>
          <a:xfrm>
            <a:off x="9506184"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4" name="Rectángulo 3"/>
          <p:cNvSpPr/>
          <p:nvPr userDrawn="1"/>
        </p:nvSpPr>
        <p:spPr>
          <a:xfrm>
            <a:off x="0" y="5522258"/>
            <a:ext cx="12192000"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pic>
        <p:nvPicPr>
          <p:cNvPr id="5" name="Imagen 4"/>
          <p:cNvPicPr>
            <a:picLocks noChangeAspect="1"/>
          </p:cNvPicPr>
          <p:nvPr userDrawn="1"/>
        </p:nvPicPr>
        <p:blipFill>
          <a:blip r:embed="rId2"/>
          <a:stretch>
            <a:fillRect/>
          </a:stretch>
        </p:blipFill>
        <p:spPr>
          <a:xfrm>
            <a:off x="0" y="0"/>
            <a:ext cx="12192000" cy="6858000"/>
          </a:xfrm>
          <a:prstGeom prst="rect">
            <a:avLst/>
          </a:prstGeom>
        </p:spPr>
      </p:pic>
      <p:sp>
        <p:nvSpPr>
          <p:cNvPr id="7" name="Rectángulo 5"/>
          <p:cNvSpPr/>
          <p:nvPr userDrawn="1"/>
        </p:nvSpPr>
        <p:spPr>
          <a:xfrm>
            <a:off x="9827361" y="-22214"/>
            <a:ext cx="2364639" cy="1336416"/>
          </a:xfrm>
          <a:custGeom>
            <a:avLst/>
            <a:gdLst>
              <a:gd name="connsiteX0" fmla="*/ 0 w 1511883"/>
              <a:gd name="connsiteY0" fmla="*/ 0 h 1222629"/>
              <a:gd name="connsiteX1" fmla="*/ 1511883 w 1511883"/>
              <a:gd name="connsiteY1" fmla="*/ 0 h 1222629"/>
              <a:gd name="connsiteX2" fmla="*/ 1511883 w 1511883"/>
              <a:gd name="connsiteY2" fmla="*/ 1222629 h 1222629"/>
              <a:gd name="connsiteX3" fmla="*/ 0 w 1511883"/>
              <a:gd name="connsiteY3" fmla="*/ 1222629 h 1222629"/>
              <a:gd name="connsiteX4" fmla="*/ 0 w 1511883"/>
              <a:gd name="connsiteY4" fmla="*/ 0 h 1222629"/>
              <a:gd name="connsiteX0-1" fmla="*/ 0 w 1511883"/>
              <a:gd name="connsiteY0-2" fmla="*/ 0 h 1222629"/>
              <a:gd name="connsiteX1-3" fmla="*/ 1511883 w 1511883"/>
              <a:gd name="connsiteY1-4" fmla="*/ 0 h 1222629"/>
              <a:gd name="connsiteX2-5" fmla="*/ 1511883 w 1511883"/>
              <a:gd name="connsiteY2-6" fmla="*/ 1222629 h 1222629"/>
              <a:gd name="connsiteX3-7" fmla="*/ 0 w 1511883"/>
              <a:gd name="connsiteY3-8" fmla="*/ 1222629 h 1222629"/>
              <a:gd name="connsiteX4-9" fmla="*/ 0 w 1511883"/>
              <a:gd name="connsiteY4-10" fmla="*/ 0 h 1222629"/>
              <a:gd name="connsiteX0-11" fmla="*/ 245583 w 1757466"/>
              <a:gd name="connsiteY0-12" fmla="*/ 0 h 1451719"/>
              <a:gd name="connsiteX1-13" fmla="*/ 1757466 w 1757466"/>
              <a:gd name="connsiteY1-14" fmla="*/ 0 h 1451719"/>
              <a:gd name="connsiteX2-15" fmla="*/ 1757466 w 1757466"/>
              <a:gd name="connsiteY2-16" fmla="*/ 1222629 h 1451719"/>
              <a:gd name="connsiteX3-17" fmla="*/ 245583 w 1757466"/>
              <a:gd name="connsiteY3-18" fmla="*/ 1222629 h 1451719"/>
              <a:gd name="connsiteX4-19" fmla="*/ 245583 w 1757466"/>
              <a:gd name="connsiteY4-20" fmla="*/ 0 h 1451719"/>
              <a:gd name="connsiteX0-21" fmla="*/ 208338 w 1720221"/>
              <a:gd name="connsiteY0-22" fmla="*/ 0 h 1451719"/>
              <a:gd name="connsiteX1-23" fmla="*/ 1720221 w 1720221"/>
              <a:gd name="connsiteY1-24" fmla="*/ 0 h 1451719"/>
              <a:gd name="connsiteX2-25" fmla="*/ 1720221 w 1720221"/>
              <a:gd name="connsiteY2-26" fmla="*/ 1222629 h 1451719"/>
              <a:gd name="connsiteX3-27" fmla="*/ 208338 w 1720221"/>
              <a:gd name="connsiteY3-28" fmla="*/ 1222629 h 1451719"/>
              <a:gd name="connsiteX4-29" fmla="*/ 208338 w 1720221"/>
              <a:gd name="connsiteY4-30" fmla="*/ 0 h 1451719"/>
              <a:gd name="connsiteX0-31" fmla="*/ 79438 w 1591321"/>
              <a:gd name="connsiteY0-32" fmla="*/ 0 h 1602245"/>
              <a:gd name="connsiteX1-33" fmla="*/ 1591321 w 1591321"/>
              <a:gd name="connsiteY1-34" fmla="*/ 0 h 1602245"/>
              <a:gd name="connsiteX2-35" fmla="*/ 1591321 w 1591321"/>
              <a:gd name="connsiteY2-36" fmla="*/ 1222629 h 1602245"/>
              <a:gd name="connsiteX3-37" fmla="*/ 338830 w 1591321"/>
              <a:gd name="connsiteY3-38" fmla="*/ 1436694 h 1602245"/>
              <a:gd name="connsiteX4-39" fmla="*/ 79438 w 1591321"/>
              <a:gd name="connsiteY4-40" fmla="*/ 0 h 1602245"/>
              <a:gd name="connsiteX0-41" fmla="*/ 110321 w 1622204"/>
              <a:gd name="connsiteY0-42" fmla="*/ 0 h 1540900"/>
              <a:gd name="connsiteX1-43" fmla="*/ 1622204 w 1622204"/>
              <a:gd name="connsiteY1-44" fmla="*/ 0 h 1540900"/>
              <a:gd name="connsiteX2-45" fmla="*/ 1622204 w 1622204"/>
              <a:gd name="connsiteY2-46" fmla="*/ 1222629 h 1540900"/>
              <a:gd name="connsiteX3-47" fmla="*/ 369713 w 1622204"/>
              <a:gd name="connsiteY3-48" fmla="*/ 1436694 h 1540900"/>
              <a:gd name="connsiteX4-49" fmla="*/ 110321 w 1622204"/>
              <a:gd name="connsiteY4-50" fmla="*/ 0 h 1540900"/>
              <a:gd name="connsiteX0-51" fmla="*/ 27436 w 1806818"/>
              <a:gd name="connsiteY0-52" fmla="*/ 0 h 1519013"/>
              <a:gd name="connsiteX1-53" fmla="*/ 1806818 w 1806818"/>
              <a:gd name="connsiteY1-54" fmla="*/ 0 h 1519013"/>
              <a:gd name="connsiteX2-55" fmla="*/ 1806818 w 1806818"/>
              <a:gd name="connsiteY2-56" fmla="*/ 1222629 h 1519013"/>
              <a:gd name="connsiteX3-57" fmla="*/ 554327 w 1806818"/>
              <a:gd name="connsiteY3-58" fmla="*/ 1436694 h 1519013"/>
              <a:gd name="connsiteX4-59" fmla="*/ 27436 w 1806818"/>
              <a:gd name="connsiteY4-60" fmla="*/ 0 h 1519013"/>
              <a:gd name="connsiteX0-61" fmla="*/ 37245 w 1816627"/>
              <a:gd name="connsiteY0-62" fmla="*/ 0 h 1411300"/>
              <a:gd name="connsiteX1-63" fmla="*/ 1816627 w 1816627"/>
              <a:gd name="connsiteY1-64" fmla="*/ 0 h 1411300"/>
              <a:gd name="connsiteX2-65" fmla="*/ 1816627 w 1816627"/>
              <a:gd name="connsiteY2-66" fmla="*/ 1222629 h 1411300"/>
              <a:gd name="connsiteX3-67" fmla="*/ 434440 w 1816627"/>
              <a:gd name="connsiteY3-68" fmla="*/ 1286848 h 1411300"/>
              <a:gd name="connsiteX4-69" fmla="*/ 37245 w 1816627"/>
              <a:gd name="connsiteY4-70" fmla="*/ 0 h 1411300"/>
              <a:gd name="connsiteX0-71" fmla="*/ 59970 w 1839352"/>
              <a:gd name="connsiteY0-72" fmla="*/ 0 h 1475834"/>
              <a:gd name="connsiteX1-73" fmla="*/ 1839352 w 1839352"/>
              <a:gd name="connsiteY1-74" fmla="*/ 0 h 1475834"/>
              <a:gd name="connsiteX2-75" fmla="*/ 1839352 w 1839352"/>
              <a:gd name="connsiteY2-76" fmla="*/ 1222629 h 1475834"/>
              <a:gd name="connsiteX3-77" fmla="*/ 457165 w 1839352"/>
              <a:gd name="connsiteY3-78" fmla="*/ 1286848 h 1475834"/>
              <a:gd name="connsiteX4-79" fmla="*/ 59970 w 1839352"/>
              <a:gd name="connsiteY4-80" fmla="*/ 0 h 1475834"/>
              <a:gd name="connsiteX0-81" fmla="*/ 29772 w 1809154"/>
              <a:gd name="connsiteY0-82" fmla="*/ 0 h 1411300"/>
              <a:gd name="connsiteX1-83" fmla="*/ 1809154 w 1809154"/>
              <a:gd name="connsiteY1-84" fmla="*/ 0 h 1411300"/>
              <a:gd name="connsiteX2-85" fmla="*/ 1809154 w 1809154"/>
              <a:gd name="connsiteY2-86" fmla="*/ 1222629 h 1411300"/>
              <a:gd name="connsiteX3-87" fmla="*/ 426967 w 1809154"/>
              <a:gd name="connsiteY3-88" fmla="*/ 1286848 h 1411300"/>
              <a:gd name="connsiteX4-89" fmla="*/ 29772 w 1809154"/>
              <a:gd name="connsiteY4-90" fmla="*/ 0 h 1411300"/>
              <a:gd name="connsiteX0-91" fmla="*/ 40784 w 1820166"/>
              <a:gd name="connsiteY0-92" fmla="*/ 0 h 1339204"/>
              <a:gd name="connsiteX1-93" fmla="*/ 1820166 w 1820166"/>
              <a:gd name="connsiteY1-94" fmla="*/ 0 h 1339204"/>
              <a:gd name="connsiteX2-95" fmla="*/ 1820166 w 1820166"/>
              <a:gd name="connsiteY2-96" fmla="*/ 1222629 h 1339204"/>
              <a:gd name="connsiteX3-97" fmla="*/ 316389 w 1820166"/>
              <a:gd name="connsiteY3-98" fmla="*/ 1137003 h 1339204"/>
              <a:gd name="connsiteX4-99" fmla="*/ 40784 w 1820166"/>
              <a:gd name="connsiteY4-100" fmla="*/ 0 h 1339204"/>
              <a:gd name="connsiteX0-101" fmla="*/ 50352 w 1829734"/>
              <a:gd name="connsiteY0-102" fmla="*/ 0 h 1377309"/>
              <a:gd name="connsiteX1-103" fmla="*/ 1829734 w 1829734"/>
              <a:gd name="connsiteY1-104" fmla="*/ 0 h 1377309"/>
              <a:gd name="connsiteX2-105" fmla="*/ 1829734 w 1829734"/>
              <a:gd name="connsiteY2-106" fmla="*/ 1222629 h 1377309"/>
              <a:gd name="connsiteX3-107" fmla="*/ 325957 w 1829734"/>
              <a:gd name="connsiteY3-108" fmla="*/ 1137003 h 1377309"/>
              <a:gd name="connsiteX4-109" fmla="*/ 50352 w 1829734"/>
              <a:gd name="connsiteY4-110" fmla="*/ 0 h 1377309"/>
              <a:gd name="connsiteX0-111" fmla="*/ 35845 w 1815227"/>
              <a:gd name="connsiteY0-112" fmla="*/ 0 h 1367761"/>
              <a:gd name="connsiteX1-113" fmla="*/ 1815227 w 1815227"/>
              <a:gd name="connsiteY1-114" fmla="*/ 0 h 1367761"/>
              <a:gd name="connsiteX2-115" fmla="*/ 1815227 w 1815227"/>
              <a:gd name="connsiteY2-116" fmla="*/ 1222629 h 1367761"/>
              <a:gd name="connsiteX3-117" fmla="*/ 424934 w 1815227"/>
              <a:gd name="connsiteY3-118" fmla="*/ 1115596 h 1367761"/>
              <a:gd name="connsiteX4-119" fmla="*/ 35845 w 1815227"/>
              <a:gd name="connsiteY4-120" fmla="*/ 0 h 1367761"/>
              <a:gd name="connsiteX0-121" fmla="*/ 432 w 1779814"/>
              <a:gd name="connsiteY0-122" fmla="*/ 0 h 1367761"/>
              <a:gd name="connsiteX1-123" fmla="*/ 1779814 w 1779814"/>
              <a:gd name="connsiteY1-124" fmla="*/ 0 h 1367761"/>
              <a:gd name="connsiteX2-125" fmla="*/ 1779814 w 1779814"/>
              <a:gd name="connsiteY2-126" fmla="*/ 1222629 h 1367761"/>
              <a:gd name="connsiteX3-127" fmla="*/ 389521 w 1779814"/>
              <a:gd name="connsiteY3-128" fmla="*/ 1115596 h 1367761"/>
              <a:gd name="connsiteX4-129" fmla="*/ 432 w 1779814"/>
              <a:gd name="connsiteY4-130" fmla="*/ 0 h 1367761"/>
              <a:gd name="connsiteX0-131" fmla="*/ 275 w 1901247"/>
              <a:gd name="connsiteY0-132" fmla="*/ 0 h 1332041"/>
              <a:gd name="connsiteX1-133" fmla="*/ 1901247 w 1901247"/>
              <a:gd name="connsiteY1-134" fmla="*/ 0 h 1332041"/>
              <a:gd name="connsiteX2-135" fmla="*/ 1901247 w 1901247"/>
              <a:gd name="connsiteY2-136" fmla="*/ 1222629 h 1332041"/>
              <a:gd name="connsiteX3-137" fmla="*/ 510954 w 1901247"/>
              <a:gd name="connsiteY3-138" fmla="*/ 1115596 h 1332041"/>
              <a:gd name="connsiteX4-139" fmla="*/ 275 w 1901247"/>
              <a:gd name="connsiteY4-140" fmla="*/ 0 h 1332041"/>
              <a:gd name="connsiteX0-141" fmla="*/ 2334 w 1903306"/>
              <a:gd name="connsiteY0-142" fmla="*/ 0 h 1290655"/>
              <a:gd name="connsiteX1-143" fmla="*/ 1903306 w 1903306"/>
              <a:gd name="connsiteY1-144" fmla="*/ 0 h 1290655"/>
              <a:gd name="connsiteX2-145" fmla="*/ 1903306 w 1903306"/>
              <a:gd name="connsiteY2-146" fmla="*/ 1222629 h 1290655"/>
              <a:gd name="connsiteX3-147" fmla="*/ 310362 w 1903306"/>
              <a:gd name="connsiteY3-148" fmla="*/ 922938 h 1290655"/>
              <a:gd name="connsiteX4-149" fmla="*/ 2334 w 1903306"/>
              <a:gd name="connsiteY4-150" fmla="*/ 0 h 1290655"/>
              <a:gd name="connsiteX0-151" fmla="*/ 510 w 1901482"/>
              <a:gd name="connsiteY0-152" fmla="*/ 0 h 1289317"/>
              <a:gd name="connsiteX1-153" fmla="*/ 1901482 w 1901482"/>
              <a:gd name="connsiteY1-154" fmla="*/ 0 h 1289317"/>
              <a:gd name="connsiteX2-155" fmla="*/ 1901482 w 1901482"/>
              <a:gd name="connsiteY2-156" fmla="*/ 1222629 h 1289317"/>
              <a:gd name="connsiteX3-157" fmla="*/ 308538 w 1901482"/>
              <a:gd name="connsiteY3-158" fmla="*/ 922938 h 1289317"/>
              <a:gd name="connsiteX4-159" fmla="*/ 510 w 1901482"/>
              <a:gd name="connsiteY4-160" fmla="*/ 0 h 1289317"/>
              <a:gd name="connsiteX0-161" fmla="*/ 77 w 1901049"/>
              <a:gd name="connsiteY0-162" fmla="*/ 0 h 1366334"/>
              <a:gd name="connsiteX1-163" fmla="*/ 1901049 w 1901049"/>
              <a:gd name="connsiteY1-164" fmla="*/ 0 h 1366334"/>
              <a:gd name="connsiteX2-165" fmla="*/ 1901049 w 1901049"/>
              <a:gd name="connsiteY2-166" fmla="*/ 1222629 h 1366334"/>
              <a:gd name="connsiteX3-167" fmla="*/ 956585 w 1901049"/>
              <a:gd name="connsiteY3-168" fmla="*/ 1211925 h 1366334"/>
              <a:gd name="connsiteX4-169" fmla="*/ 77 w 1901049"/>
              <a:gd name="connsiteY4-170" fmla="*/ 0 h 1366334"/>
              <a:gd name="connsiteX0-171" fmla="*/ 332 w 1901304"/>
              <a:gd name="connsiteY0-172" fmla="*/ 0 h 1334758"/>
              <a:gd name="connsiteX1-173" fmla="*/ 1901304 w 1901304"/>
              <a:gd name="connsiteY1-174" fmla="*/ 0 h 1334758"/>
              <a:gd name="connsiteX2-175" fmla="*/ 1901304 w 1901304"/>
              <a:gd name="connsiteY2-176" fmla="*/ 1222629 h 1334758"/>
              <a:gd name="connsiteX3-177" fmla="*/ 956840 w 1901304"/>
              <a:gd name="connsiteY3-178" fmla="*/ 1211925 h 1334758"/>
              <a:gd name="connsiteX4-179" fmla="*/ 332 w 1901304"/>
              <a:gd name="connsiteY4-180" fmla="*/ 0 h 1334758"/>
              <a:gd name="connsiteX0-181" fmla="*/ 332 w 1901304"/>
              <a:gd name="connsiteY0-182" fmla="*/ 0 h 1399443"/>
              <a:gd name="connsiteX1-183" fmla="*/ 1901304 w 1901304"/>
              <a:gd name="connsiteY1-184" fmla="*/ 0 h 1399443"/>
              <a:gd name="connsiteX2-185" fmla="*/ 1901304 w 1901304"/>
              <a:gd name="connsiteY2-186" fmla="*/ 1222629 h 1399443"/>
              <a:gd name="connsiteX3-187" fmla="*/ 956840 w 1901304"/>
              <a:gd name="connsiteY3-188" fmla="*/ 1340364 h 1399443"/>
              <a:gd name="connsiteX4-189" fmla="*/ 332 w 1901304"/>
              <a:gd name="connsiteY4-190" fmla="*/ 0 h 1399443"/>
              <a:gd name="connsiteX0-191" fmla="*/ 332 w 1901304"/>
              <a:gd name="connsiteY0-192" fmla="*/ 0 h 1371841"/>
              <a:gd name="connsiteX1-193" fmla="*/ 1901304 w 1901304"/>
              <a:gd name="connsiteY1-194" fmla="*/ 0 h 1371841"/>
              <a:gd name="connsiteX2-195" fmla="*/ 1901304 w 1901304"/>
              <a:gd name="connsiteY2-196" fmla="*/ 1222629 h 1371841"/>
              <a:gd name="connsiteX3-197" fmla="*/ 956840 w 1901304"/>
              <a:gd name="connsiteY3-198" fmla="*/ 1340364 h 1371841"/>
              <a:gd name="connsiteX4-199" fmla="*/ 332 w 1901304"/>
              <a:gd name="connsiteY4-200" fmla="*/ 0 h 1371841"/>
              <a:gd name="connsiteX0-201" fmla="*/ 89 w 1901061"/>
              <a:gd name="connsiteY0-202" fmla="*/ 0 h 1383032"/>
              <a:gd name="connsiteX1-203" fmla="*/ 1901061 w 1901061"/>
              <a:gd name="connsiteY1-204" fmla="*/ 0 h 1383032"/>
              <a:gd name="connsiteX2-205" fmla="*/ 1892955 w 1901061"/>
              <a:gd name="connsiteY2-206" fmla="*/ 965752 h 1383032"/>
              <a:gd name="connsiteX3-207" fmla="*/ 956597 w 1901061"/>
              <a:gd name="connsiteY3-208" fmla="*/ 1340364 h 1383032"/>
              <a:gd name="connsiteX4-209" fmla="*/ 89 w 1901061"/>
              <a:gd name="connsiteY4-210" fmla="*/ 0 h 1383032"/>
              <a:gd name="connsiteX0-211" fmla="*/ 143 w 1901115"/>
              <a:gd name="connsiteY0-212" fmla="*/ 0 h 1209653"/>
              <a:gd name="connsiteX1-213" fmla="*/ 1901115 w 1901115"/>
              <a:gd name="connsiteY1-214" fmla="*/ 0 h 1209653"/>
              <a:gd name="connsiteX2-215" fmla="*/ 1893009 w 1901115"/>
              <a:gd name="connsiteY2-216" fmla="*/ 965752 h 1209653"/>
              <a:gd name="connsiteX3-217" fmla="*/ 705365 w 1901115"/>
              <a:gd name="connsiteY3-218" fmla="*/ 1137003 h 1209653"/>
              <a:gd name="connsiteX4-219" fmla="*/ 143 w 1901115"/>
              <a:gd name="connsiteY4-220" fmla="*/ 0 h 1209653"/>
              <a:gd name="connsiteX0-221" fmla="*/ 3236 w 1904208"/>
              <a:gd name="connsiteY0-222" fmla="*/ 0 h 1271405"/>
              <a:gd name="connsiteX1-223" fmla="*/ 1904208 w 1904208"/>
              <a:gd name="connsiteY1-224" fmla="*/ 0 h 1271405"/>
              <a:gd name="connsiteX2-225" fmla="*/ 1896102 w 1904208"/>
              <a:gd name="connsiteY2-226" fmla="*/ 965752 h 1271405"/>
              <a:gd name="connsiteX3-227" fmla="*/ 708458 w 1904208"/>
              <a:gd name="connsiteY3-228" fmla="*/ 1137003 h 1271405"/>
              <a:gd name="connsiteX4-229" fmla="*/ 3236 w 1904208"/>
              <a:gd name="connsiteY4-230" fmla="*/ 0 h 1271405"/>
              <a:gd name="connsiteX0-231" fmla="*/ 3236 w 1904208"/>
              <a:gd name="connsiteY0-232" fmla="*/ 0 h 1465660"/>
              <a:gd name="connsiteX1-233" fmla="*/ 1904208 w 1904208"/>
              <a:gd name="connsiteY1-234" fmla="*/ 0 h 1465660"/>
              <a:gd name="connsiteX2-235" fmla="*/ 1896102 w 1904208"/>
              <a:gd name="connsiteY2-236" fmla="*/ 965752 h 1465660"/>
              <a:gd name="connsiteX3-237" fmla="*/ 708458 w 1904208"/>
              <a:gd name="connsiteY3-238" fmla="*/ 1372473 h 1465660"/>
              <a:gd name="connsiteX4-239" fmla="*/ 3236 w 1904208"/>
              <a:gd name="connsiteY4-240" fmla="*/ 0 h 1465660"/>
              <a:gd name="connsiteX0-241" fmla="*/ 320 w 1901292"/>
              <a:gd name="connsiteY0-242" fmla="*/ 0 h 1420150"/>
              <a:gd name="connsiteX1-243" fmla="*/ 1901292 w 1901292"/>
              <a:gd name="connsiteY1-244" fmla="*/ 0 h 1420150"/>
              <a:gd name="connsiteX2-245" fmla="*/ 1893186 w 1901292"/>
              <a:gd name="connsiteY2-246" fmla="*/ 965752 h 1420150"/>
              <a:gd name="connsiteX3-247" fmla="*/ 705542 w 1901292"/>
              <a:gd name="connsiteY3-248" fmla="*/ 1372473 h 1420150"/>
              <a:gd name="connsiteX4-249" fmla="*/ 320 w 1901292"/>
              <a:gd name="connsiteY4-250" fmla="*/ 0 h 1420150"/>
              <a:gd name="connsiteX0-251" fmla="*/ 9805 w 1910777"/>
              <a:gd name="connsiteY0-252" fmla="*/ 0 h 1457109"/>
              <a:gd name="connsiteX1-253" fmla="*/ 1910777 w 1910777"/>
              <a:gd name="connsiteY1-254" fmla="*/ 0 h 1457109"/>
              <a:gd name="connsiteX2-255" fmla="*/ 1902671 w 1910777"/>
              <a:gd name="connsiteY2-256" fmla="*/ 965752 h 1457109"/>
              <a:gd name="connsiteX3-257" fmla="*/ 715027 w 1910777"/>
              <a:gd name="connsiteY3-258" fmla="*/ 1372473 h 1457109"/>
              <a:gd name="connsiteX4-259" fmla="*/ 9805 w 1910777"/>
              <a:gd name="connsiteY4-260" fmla="*/ 0 h 1457109"/>
              <a:gd name="connsiteX0-261" fmla="*/ 307 w 1901279"/>
              <a:gd name="connsiteY0-262" fmla="*/ 0 h 1391193"/>
              <a:gd name="connsiteX1-263" fmla="*/ 1901279 w 1901279"/>
              <a:gd name="connsiteY1-264" fmla="*/ 0 h 1391193"/>
              <a:gd name="connsiteX2-265" fmla="*/ 1893173 w 1901279"/>
              <a:gd name="connsiteY2-266" fmla="*/ 965752 h 1391193"/>
              <a:gd name="connsiteX3-267" fmla="*/ 705529 w 1901279"/>
              <a:gd name="connsiteY3-268" fmla="*/ 1372473 h 1391193"/>
              <a:gd name="connsiteX4-269" fmla="*/ 307 w 1901279"/>
              <a:gd name="connsiteY4-270" fmla="*/ 0 h 1391193"/>
              <a:gd name="connsiteX0-271" fmla="*/ 5509 w 1906481"/>
              <a:gd name="connsiteY0-272" fmla="*/ 0 h 1416260"/>
              <a:gd name="connsiteX1-273" fmla="*/ 1906481 w 1906481"/>
              <a:gd name="connsiteY1-274" fmla="*/ 0 h 1416260"/>
              <a:gd name="connsiteX2-275" fmla="*/ 1898375 w 1906481"/>
              <a:gd name="connsiteY2-276" fmla="*/ 965752 h 1416260"/>
              <a:gd name="connsiteX3-277" fmla="*/ 710731 w 1906481"/>
              <a:gd name="connsiteY3-278" fmla="*/ 1372473 h 1416260"/>
              <a:gd name="connsiteX4-279" fmla="*/ 5509 w 1906481"/>
              <a:gd name="connsiteY4-280" fmla="*/ 0 h 1416260"/>
              <a:gd name="connsiteX0-281" fmla="*/ 144 w 1901116"/>
              <a:gd name="connsiteY0-282" fmla="*/ 0 h 1453045"/>
              <a:gd name="connsiteX1-283" fmla="*/ 1901116 w 1901116"/>
              <a:gd name="connsiteY1-284" fmla="*/ 0 h 1453045"/>
              <a:gd name="connsiteX2-285" fmla="*/ 1901116 w 1901116"/>
              <a:gd name="connsiteY2-286" fmla="*/ 1169113 h 1453045"/>
              <a:gd name="connsiteX3-287" fmla="*/ 705366 w 1901116"/>
              <a:gd name="connsiteY3-288" fmla="*/ 1372473 h 1453045"/>
              <a:gd name="connsiteX4-289" fmla="*/ 144 w 1901116"/>
              <a:gd name="connsiteY4-290" fmla="*/ 0 h 1453045"/>
              <a:gd name="connsiteX0-291" fmla="*/ 144 w 1901116"/>
              <a:gd name="connsiteY0-292" fmla="*/ 0 h 1438098"/>
              <a:gd name="connsiteX1-293" fmla="*/ 1901116 w 1901116"/>
              <a:gd name="connsiteY1-294" fmla="*/ 0 h 1438098"/>
              <a:gd name="connsiteX2-295" fmla="*/ 1901116 w 1901116"/>
              <a:gd name="connsiteY2-296" fmla="*/ 1169113 h 1438098"/>
              <a:gd name="connsiteX3-297" fmla="*/ 705366 w 1901116"/>
              <a:gd name="connsiteY3-298" fmla="*/ 1372473 h 1438098"/>
              <a:gd name="connsiteX4-299" fmla="*/ 144 w 1901116"/>
              <a:gd name="connsiteY4-300" fmla="*/ 0 h 1438098"/>
              <a:gd name="connsiteX0-301" fmla="*/ 521 w 1901493"/>
              <a:gd name="connsiteY0-302" fmla="*/ 0 h 1429242"/>
              <a:gd name="connsiteX1-303" fmla="*/ 1901493 w 1901493"/>
              <a:gd name="connsiteY1-304" fmla="*/ 0 h 1429242"/>
              <a:gd name="connsiteX2-305" fmla="*/ 1901493 w 1901493"/>
              <a:gd name="connsiteY2-306" fmla="*/ 1169113 h 1429242"/>
              <a:gd name="connsiteX3-307" fmla="*/ 705743 w 1901493"/>
              <a:gd name="connsiteY3-308" fmla="*/ 1372473 h 1429242"/>
              <a:gd name="connsiteX4-309" fmla="*/ 521 w 1901493"/>
              <a:gd name="connsiteY4-310" fmla="*/ 0 h 1429242"/>
              <a:gd name="connsiteX0-311" fmla="*/ 521 w 1901790"/>
              <a:gd name="connsiteY0-312" fmla="*/ 0 h 1419079"/>
              <a:gd name="connsiteX1-313" fmla="*/ 1901493 w 1901790"/>
              <a:gd name="connsiteY1-314" fmla="*/ 0 h 1419079"/>
              <a:gd name="connsiteX2-315" fmla="*/ 1901493 w 1901790"/>
              <a:gd name="connsiteY2-316" fmla="*/ 1169113 h 1419079"/>
              <a:gd name="connsiteX3-317" fmla="*/ 705743 w 1901790"/>
              <a:gd name="connsiteY3-318" fmla="*/ 1372473 h 1419079"/>
              <a:gd name="connsiteX4-319" fmla="*/ 521 w 1901790"/>
              <a:gd name="connsiteY4-320" fmla="*/ 0 h 1419079"/>
              <a:gd name="connsiteX0-321" fmla="*/ 521 w 1901790"/>
              <a:gd name="connsiteY0-322" fmla="*/ 0 h 1419079"/>
              <a:gd name="connsiteX1-323" fmla="*/ 1901493 w 1901790"/>
              <a:gd name="connsiteY1-324" fmla="*/ 0 h 1419079"/>
              <a:gd name="connsiteX2-325" fmla="*/ 1901493 w 1901790"/>
              <a:gd name="connsiteY2-326" fmla="*/ 1169113 h 1419079"/>
              <a:gd name="connsiteX3-327" fmla="*/ 705743 w 1901790"/>
              <a:gd name="connsiteY3-328" fmla="*/ 1372473 h 1419079"/>
              <a:gd name="connsiteX4-329" fmla="*/ 521 w 1901790"/>
              <a:gd name="connsiteY4-330" fmla="*/ 0 h 141907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01790" h="1419079">
                <a:moveTo>
                  <a:pt x="521" y="0"/>
                </a:moveTo>
                <a:lnTo>
                  <a:pt x="1901493" y="0"/>
                </a:lnTo>
                <a:lnTo>
                  <a:pt x="1901493" y="1169113"/>
                </a:lnTo>
                <a:cubicBezTo>
                  <a:pt x="1917011" y="1180227"/>
                  <a:pt x="1322494" y="1545919"/>
                  <a:pt x="705743" y="1372473"/>
                </a:cubicBezTo>
                <a:cubicBezTo>
                  <a:pt x="88992" y="1199027"/>
                  <a:pt x="-8279" y="409"/>
                  <a:pt x="521" y="0"/>
                </a:cubicBezTo>
                <a:close/>
              </a:path>
            </a:pathLst>
          </a:custGeom>
          <a:solidFill>
            <a:schemeClr val="bg1">
              <a:alpha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pic>
        <p:nvPicPr>
          <p:cNvPr id="9" name="16 Imagen"/>
          <p:cNvPicPr>
            <a:picLocks noChangeAspect="1"/>
          </p:cNvPicPr>
          <p:nvPr userDrawn="1"/>
        </p:nvPicPr>
        <p:blipFill>
          <a:blip r:embed="rId3"/>
          <a:stretch>
            <a:fillRect/>
          </a:stretch>
        </p:blipFill>
        <p:spPr>
          <a:xfrm>
            <a:off x="10500281" y="-43756"/>
            <a:ext cx="1567547" cy="1318224"/>
          </a:xfrm>
          <a:prstGeom prst="rect">
            <a:avLst/>
          </a:prstGeom>
        </p:spPr>
      </p:pic>
    </p:spTree>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ndice chip">
    <p:spTree>
      <p:nvGrpSpPr>
        <p:cNvPr id="1" name=""/>
        <p:cNvGrpSpPr/>
        <p:nvPr/>
      </p:nvGrpSpPr>
      <p:grpSpPr>
        <a:xfrm>
          <a:off x="0" y="0"/>
          <a:ext cx="0" cy="0"/>
          <a:chOff x="0" y="0"/>
          <a:chExt cx="0" cy="0"/>
        </a:xfrm>
      </p:grpSpPr>
      <p:sp>
        <p:nvSpPr>
          <p:cNvPr id="2" name="Rectángulo 1"/>
          <p:cNvSpPr/>
          <p:nvPr userDrawn="1"/>
        </p:nvSpPr>
        <p:spPr>
          <a:xfrm>
            <a:off x="0"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3" name="Rectángulo 2"/>
          <p:cNvSpPr/>
          <p:nvPr userDrawn="1"/>
        </p:nvSpPr>
        <p:spPr>
          <a:xfrm>
            <a:off x="9506184"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4" name="Rectángulo 3"/>
          <p:cNvSpPr/>
          <p:nvPr userDrawn="1"/>
        </p:nvSpPr>
        <p:spPr>
          <a:xfrm>
            <a:off x="0" y="5522258"/>
            <a:ext cx="12192000"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pic>
        <p:nvPicPr>
          <p:cNvPr id="5" name="Imagen 4"/>
          <p:cNvPicPr>
            <a:picLocks noChangeAspect="1"/>
          </p:cNvPicPr>
          <p:nvPr userDrawn="1"/>
        </p:nvPicPr>
        <p:blipFill>
          <a:blip r:embed="rId2"/>
          <a:stretch>
            <a:fillRect/>
          </a:stretch>
        </p:blipFill>
        <p:spPr>
          <a:xfrm>
            <a:off x="0" y="0"/>
            <a:ext cx="12192000" cy="6858000"/>
          </a:xfrm>
          <a:prstGeom prst="rect">
            <a:avLst/>
          </a:prstGeom>
        </p:spPr>
      </p:pic>
      <p:sp>
        <p:nvSpPr>
          <p:cNvPr id="7" name="Rectángulo 5"/>
          <p:cNvSpPr/>
          <p:nvPr userDrawn="1"/>
        </p:nvSpPr>
        <p:spPr>
          <a:xfrm>
            <a:off x="9827361" y="-22214"/>
            <a:ext cx="2364639" cy="1336416"/>
          </a:xfrm>
          <a:custGeom>
            <a:avLst/>
            <a:gdLst>
              <a:gd name="connsiteX0" fmla="*/ 0 w 1511883"/>
              <a:gd name="connsiteY0" fmla="*/ 0 h 1222629"/>
              <a:gd name="connsiteX1" fmla="*/ 1511883 w 1511883"/>
              <a:gd name="connsiteY1" fmla="*/ 0 h 1222629"/>
              <a:gd name="connsiteX2" fmla="*/ 1511883 w 1511883"/>
              <a:gd name="connsiteY2" fmla="*/ 1222629 h 1222629"/>
              <a:gd name="connsiteX3" fmla="*/ 0 w 1511883"/>
              <a:gd name="connsiteY3" fmla="*/ 1222629 h 1222629"/>
              <a:gd name="connsiteX4" fmla="*/ 0 w 1511883"/>
              <a:gd name="connsiteY4" fmla="*/ 0 h 1222629"/>
              <a:gd name="connsiteX0-1" fmla="*/ 0 w 1511883"/>
              <a:gd name="connsiteY0-2" fmla="*/ 0 h 1222629"/>
              <a:gd name="connsiteX1-3" fmla="*/ 1511883 w 1511883"/>
              <a:gd name="connsiteY1-4" fmla="*/ 0 h 1222629"/>
              <a:gd name="connsiteX2-5" fmla="*/ 1511883 w 1511883"/>
              <a:gd name="connsiteY2-6" fmla="*/ 1222629 h 1222629"/>
              <a:gd name="connsiteX3-7" fmla="*/ 0 w 1511883"/>
              <a:gd name="connsiteY3-8" fmla="*/ 1222629 h 1222629"/>
              <a:gd name="connsiteX4-9" fmla="*/ 0 w 1511883"/>
              <a:gd name="connsiteY4-10" fmla="*/ 0 h 1222629"/>
              <a:gd name="connsiteX0-11" fmla="*/ 245583 w 1757466"/>
              <a:gd name="connsiteY0-12" fmla="*/ 0 h 1451719"/>
              <a:gd name="connsiteX1-13" fmla="*/ 1757466 w 1757466"/>
              <a:gd name="connsiteY1-14" fmla="*/ 0 h 1451719"/>
              <a:gd name="connsiteX2-15" fmla="*/ 1757466 w 1757466"/>
              <a:gd name="connsiteY2-16" fmla="*/ 1222629 h 1451719"/>
              <a:gd name="connsiteX3-17" fmla="*/ 245583 w 1757466"/>
              <a:gd name="connsiteY3-18" fmla="*/ 1222629 h 1451719"/>
              <a:gd name="connsiteX4-19" fmla="*/ 245583 w 1757466"/>
              <a:gd name="connsiteY4-20" fmla="*/ 0 h 1451719"/>
              <a:gd name="connsiteX0-21" fmla="*/ 208338 w 1720221"/>
              <a:gd name="connsiteY0-22" fmla="*/ 0 h 1451719"/>
              <a:gd name="connsiteX1-23" fmla="*/ 1720221 w 1720221"/>
              <a:gd name="connsiteY1-24" fmla="*/ 0 h 1451719"/>
              <a:gd name="connsiteX2-25" fmla="*/ 1720221 w 1720221"/>
              <a:gd name="connsiteY2-26" fmla="*/ 1222629 h 1451719"/>
              <a:gd name="connsiteX3-27" fmla="*/ 208338 w 1720221"/>
              <a:gd name="connsiteY3-28" fmla="*/ 1222629 h 1451719"/>
              <a:gd name="connsiteX4-29" fmla="*/ 208338 w 1720221"/>
              <a:gd name="connsiteY4-30" fmla="*/ 0 h 1451719"/>
              <a:gd name="connsiteX0-31" fmla="*/ 79438 w 1591321"/>
              <a:gd name="connsiteY0-32" fmla="*/ 0 h 1602245"/>
              <a:gd name="connsiteX1-33" fmla="*/ 1591321 w 1591321"/>
              <a:gd name="connsiteY1-34" fmla="*/ 0 h 1602245"/>
              <a:gd name="connsiteX2-35" fmla="*/ 1591321 w 1591321"/>
              <a:gd name="connsiteY2-36" fmla="*/ 1222629 h 1602245"/>
              <a:gd name="connsiteX3-37" fmla="*/ 338830 w 1591321"/>
              <a:gd name="connsiteY3-38" fmla="*/ 1436694 h 1602245"/>
              <a:gd name="connsiteX4-39" fmla="*/ 79438 w 1591321"/>
              <a:gd name="connsiteY4-40" fmla="*/ 0 h 1602245"/>
              <a:gd name="connsiteX0-41" fmla="*/ 110321 w 1622204"/>
              <a:gd name="connsiteY0-42" fmla="*/ 0 h 1540900"/>
              <a:gd name="connsiteX1-43" fmla="*/ 1622204 w 1622204"/>
              <a:gd name="connsiteY1-44" fmla="*/ 0 h 1540900"/>
              <a:gd name="connsiteX2-45" fmla="*/ 1622204 w 1622204"/>
              <a:gd name="connsiteY2-46" fmla="*/ 1222629 h 1540900"/>
              <a:gd name="connsiteX3-47" fmla="*/ 369713 w 1622204"/>
              <a:gd name="connsiteY3-48" fmla="*/ 1436694 h 1540900"/>
              <a:gd name="connsiteX4-49" fmla="*/ 110321 w 1622204"/>
              <a:gd name="connsiteY4-50" fmla="*/ 0 h 1540900"/>
              <a:gd name="connsiteX0-51" fmla="*/ 27436 w 1806818"/>
              <a:gd name="connsiteY0-52" fmla="*/ 0 h 1519013"/>
              <a:gd name="connsiteX1-53" fmla="*/ 1806818 w 1806818"/>
              <a:gd name="connsiteY1-54" fmla="*/ 0 h 1519013"/>
              <a:gd name="connsiteX2-55" fmla="*/ 1806818 w 1806818"/>
              <a:gd name="connsiteY2-56" fmla="*/ 1222629 h 1519013"/>
              <a:gd name="connsiteX3-57" fmla="*/ 554327 w 1806818"/>
              <a:gd name="connsiteY3-58" fmla="*/ 1436694 h 1519013"/>
              <a:gd name="connsiteX4-59" fmla="*/ 27436 w 1806818"/>
              <a:gd name="connsiteY4-60" fmla="*/ 0 h 1519013"/>
              <a:gd name="connsiteX0-61" fmla="*/ 37245 w 1816627"/>
              <a:gd name="connsiteY0-62" fmla="*/ 0 h 1411300"/>
              <a:gd name="connsiteX1-63" fmla="*/ 1816627 w 1816627"/>
              <a:gd name="connsiteY1-64" fmla="*/ 0 h 1411300"/>
              <a:gd name="connsiteX2-65" fmla="*/ 1816627 w 1816627"/>
              <a:gd name="connsiteY2-66" fmla="*/ 1222629 h 1411300"/>
              <a:gd name="connsiteX3-67" fmla="*/ 434440 w 1816627"/>
              <a:gd name="connsiteY3-68" fmla="*/ 1286848 h 1411300"/>
              <a:gd name="connsiteX4-69" fmla="*/ 37245 w 1816627"/>
              <a:gd name="connsiteY4-70" fmla="*/ 0 h 1411300"/>
              <a:gd name="connsiteX0-71" fmla="*/ 59970 w 1839352"/>
              <a:gd name="connsiteY0-72" fmla="*/ 0 h 1475834"/>
              <a:gd name="connsiteX1-73" fmla="*/ 1839352 w 1839352"/>
              <a:gd name="connsiteY1-74" fmla="*/ 0 h 1475834"/>
              <a:gd name="connsiteX2-75" fmla="*/ 1839352 w 1839352"/>
              <a:gd name="connsiteY2-76" fmla="*/ 1222629 h 1475834"/>
              <a:gd name="connsiteX3-77" fmla="*/ 457165 w 1839352"/>
              <a:gd name="connsiteY3-78" fmla="*/ 1286848 h 1475834"/>
              <a:gd name="connsiteX4-79" fmla="*/ 59970 w 1839352"/>
              <a:gd name="connsiteY4-80" fmla="*/ 0 h 1475834"/>
              <a:gd name="connsiteX0-81" fmla="*/ 29772 w 1809154"/>
              <a:gd name="connsiteY0-82" fmla="*/ 0 h 1411300"/>
              <a:gd name="connsiteX1-83" fmla="*/ 1809154 w 1809154"/>
              <a:gd name="connsiteY1-84" fmla="*/ 0 h 1411300"/>
              <a:gd name="connsiteX2-85" fmla="*/ 1809154 w 1809154"/>
              <a:gd name="connsiteY2-86" fmla="*/ 1222629 h 1411300"/>
              <a:gd name="connsiteX3-87" fmla="*/ 426967 w 1809154"/>
              <a:gd name="connsiteY3-88" fmla="*/ 1286848 h 1411300"/>
              <a:gd name="connsiteX4-89" fmla="*/ 29772 w 1809154"/>
              <a:gd name="connsiteY4-90" fmla="*/ 0 h 1411300"/>
              <a:gd name="connsiteX0-91" fmla="*/ 40784 w 1820166"/>
              <a:gd name="connsiteY0-92" fmla="*/ 0 h 1339204"/>
              <a:gd name="connsiteX1-93" fmla="*/ 1820166 w 1820166"/>
              <a:gd name="connsiteY1-94" fmla="*/ 0 h 1339204"/>
              <a:gd name="connsiteX2-95" fmla="*/ 1820166 w 1820166"/>
              <a:gd name="connsiteY2-96" fmla="*/ 1222629 h 1339204"/>
              <a:gd name="connsiteX3-97" fmla="*/ 316389 w 1820166"/>
              <a:gd name="connsiteY3-98" fmla="*/ 1137003 h 1339204"/>
              <a:gd name="connsiteX4-99" fmla="*/ 40784 w 1820166"/>
              <a:gd name="connsiteY4-100" fmla="*/ 0 h 1339204"/>
              <a:gd name="connsiteX0-101" fmla="*/ 50352 w 1829734"/>
              <a:gd name="connsiteY0-102" fmla="*/ 0 h 1377309"/>
              <a:gd name="connsiteX1-103" fmla="*/ 1829734 w 1829734"/>
              <a:gd name="connsiteY1-104" fmla="*/ 0 h 1377309"/>
              <a:gd name="connsiteX2-105" fmla="*/ 1829734 w 1829734"/>
              <a:gd name="connsiteY2-106" fmla="*/ 1222629 h 1377309"/>
              <a:gd name="connsiteX3-107" fmla="*/ 325957 w 1829734"/>
              <a:gd name="connsiteY3-108" fmla="*/ 1137003 h 1377309"/>
              <a:gd name="connsiteX4-109" fmla="*/ 50352 w 1829734"/>
              <a:gd name="connsiteY4-110" fmla="*/ 0 h 1377309"/>
              <a:gd name="connsiteX0-111" fmla="*/ 35845 w 1815227"/>
              <a:gd name="connsiteY0-112" fmla="*/ 0 h 1367761"/>
              <a:gd name="connsiteX1-113" fmla="*/ 1815227 w 1815227"/>
              <a:gd name="connsiteY1-114" fmla="*/ 0 h 1367761"/>
              <a:gd name="connsiteX2-115" fmla="*/ 1815227 w 1815227"/>
              <a:gd name="connsiteY2-116" fmla="*/ 1222629 h 1367761"/>
              <a:gd name="connsiteX3-117" fmla="*/ 424934 w 1815227"/>
              <a:gd name="connsiteY3-118" fmla="*/ 1115596 h 1367761"/>
              <a:gd name="connsiteX4-119" fmla="*/ 35845 w 1815227"/>
              <a:gd name="connsiteY4-120" fmla="*/ 0 h 1367761"/>
              <a:gd name="connsiteX0-121" fmla="*/ 432 w 1779814"/>
              <a:gd name="connsiteY0-122" fmla="*/ 0 h 1367761"/>
              <a:gd name="connsiteX1-123" fmla="*/ 1779814 w 1779814"/>
              <a:gd name="connsiteY1-124" fmla="*/ 0 h 1367761"/>
              <a:gd name="connsiteX2-125" fmla="*/ 1779814 w 1779814"/>
              <a:gd name="connsiteY2-126" fmla="*/ 1222629 h 1367761"/>
              <a:gd name="connsiteX3-127" fmla="*/ 389521 w 1779814"/>
              <a:gd name="connsiteY3-128" fmla="*/ 1115596 h 1367761"/>
              <a:gd name="connsiteX4-129" fmla="*/ 432 w 1779814"/>
              <a:gd name="connsiteY4-130" fmla="*/ 0 h 1367761"/>
              <a:gd name="connsiteX0-131" fmla="*/ 275 w 1901247"/>
              <a:gd name="connsiteY0-132" fmla="*/ 0 h 1332041"/>
              <a:gd name="connsiteX1-133" fmla="*/ 1901247 w 1901247"/>
              <a:gd name="connsiteY1-134" fmla="*/ 0 h 1332041"/>
              <a:gd name="connsiteX2-135" fmla="*/ 1901247 w 1901247"/>
              <a:gd name="connsiteY2-136" fmla="*/ 1222629 h 1332041"/>
              <a:gd name="connsiteX3-137" fmla="*/ 510954 w 1901247"/>
              <a:gd name="connsiteY3-138" fmla="*/ 1115596 h 1332041"/>
              <a:gd name="connsiteX4-139" fmla="*/ 275 w 1901247"/>
              <a:gd name="connsiteY4-140" fmla="*/ 0 h 1332041"/>
              <a:gd name="connsiteX0-141" fmla="*/ 2334 w 1903306"/>
              <a:gd name="connsiteY0-142" fmla="*/ 0 h 1290655"/>
              <a:gd name="connsiteX1-143" fmla="*/ 1903306 w 1903306"/>
              <a:gd name="connsiteY1-144" fmla="*/ 0 h 1290655"/>
              <a:gd name="connsiteX2-145" fmla="*/ 1903306 w 1903306"/>
              <a:gd name="connsiteY2-146" fmla="*/ 1222629 h 1290655"/>
              <a:gd name="connsiteX3-147" fmla="*/ 310362 w 1903306"/>
              <a:gd name="connsiteY3-148" fmla="*/ 922938 h 1290655"/>
              <a:gd name="connsiteX4-149" fmla="*/ 2334 w 1903306"/>
              <a:gd name="connsiteY4-150" fmla="*/ 0 h 1290655"/>
              <a:gd name="connsiteX0-151" fmla="*/ 510 w 1901482"/>
              <a:gd name="connsiteY0-152" fmla="*/ 0 h 1289317"/>
              <a:gd name="connsiteX1-153" fmla="*/ 1901482 w 1901482"/>
              <a:gd name="connsiteY1-154" fmla="*/ 0 h 1289317"/>
              <a:gd name="connsiteX2-155" fmla="*/ 1901482 w 1901482"/>
              <a:gd name="connsiteY2-156" fmla="*/ 1222629 h 1289317"/>
              <a:gd name="connsiteX3-157" fmla="*/ 308538 w 1901482"/>
              <a:gd name="connsiteY3-158" fmla="*/ 922938 h 1289317"/>
              <a:gd name="connsiteX4-159" fmla="*/ 510 w 1901482"/>
              <a:gd name="connsiteY4-160" fmla="*/ 0 h 1289317"/>
              <a:gd name="connsiteX0-161" fmla="*/ 77 w 1901049"/>
              <a:gd name="connsiteY0-162" fmla="*/ 0 h 1366334"/>
              <a:gd name="connsiteX1-163" fmla="*/ 1901049 w 1901049"/>
              <a:gd name="connsiteY1-164" fmla="*/ 0 h 1366334"/>
              <a:gd name="connsiteX2-165" fmla="*/ 1901049 w 1901049"/>
              <a:gd name="connsiteY2-166" fmla="*/ 1222629 h 1366334"/>
              <a:gd name="connsiteX3-167" fmla="*/ 956585 w 1901049"/>
              <a:gd name="connsiteY3-168" fmla="*/ 1211925 h 1366334"/>
              <a:gd name="connsiteX4-169" fmla="*/ 77 w 1901049"/>
              <a:gd name="connsiteY4-170" fmla="*/ 0 h 1366334"/>
              <a:gd name="connsiteX0-171" fmla="*/ 332 w 1901304"/>
              <a:gd name="connsiteY0-172" fmla="*/ 0 h 1334758"/>
              <a:gd name="connsiteX1-173" fmla="*/ 1901304 w 1901304"/>
              <a:gd name="connsiteY1-174" fmla="*/ 0 h 1334758"/>
              <a:gd name="connsiteX2-175" fmla="*/ 1901304 w 1901304"/>
              <a:gd name="connsiteY2-176" fmla="*/ 1222629 h 1334758"/>
              <a:gd name="connsiteX3-177" fmla="*/ 956840 w 1901304"/>
              <a:gd name="connsiteY3-178" fmla="*/ 1211925 h 1334758"/>
              <a:gd name="connsiteX4-179" fmla="*/ 332 w 1901304"/>
              <a:gd name="connsiteY4-180" fmla="*/ 0 h 1334758"/>
              <a:gd name="connsiteX0-181" fmla="*/ 332 w 1901304"/>
              <a:gd name="connsiteY0-182" fmla="*/ 0 h 1399443"/>
              <a:gd name="connsiteX1-183" fmla="*/ 1901304 w 1901304"/>
              <a:gd name="connsiteY1-184" fmla="*/ 0 h 1399443"/>
              <a:gd name="connsiteX2-185" fmla="*/ 1901304 w 1901304"/>
              <a:gd name="connsiteY2-186" fmla="*/ 1222629 h 1399443"/>
              <a:gd name="connsiteX3-187" fmla="*/ 956840 w 1901304"/>
              <a:gd name="connsiteY3-188" fmla="*/ 1340364 h 1399443"/>
              <a:gd name="connsiteX4-189" fmla="*/ 332 w 1901304"/>
              <a:gd name="connsiteY4-190" fmla="*/ 0 h 1399443"/>
              <a:gd name="connsiteX0-191" fmla="*/ 332 w 1901304"/>
              <a:gd name="connsiteY0-192" fmla="*/ 0 h 1371841"/>
              <a:gd name="connsiteX1-193" fmla="*/ 1901304 w 1901304"/>
              <a:gd name="connsiteY1-194" fmla="*/ 0 h 1371841"/>
              <a:gd name="connsiteX2-195" fmla="*/ 1901304 w 1901304"/>
              <a:gd name="connsiteY2-196" fmla="*/ 1222629 h 1371841"/>
              <a:gd name="connsiteX3-197" fmla="*/ 956840 w 1901304"/>
              <a:gd name="connsiteY3-198" fmla="*/ 1340364 h 1371841"/>
              <a:gd name="connsiteX4-199" fmla="*/ 332 w 1901304"/>
              <a:gd name="connsiteY4-200" fmla="*/ 0 h 1371841"/>
              <a:gd name="connsiteX0-201" fmla="*/ 89 w 1901061"/>
              <a:gd name="connsiteY0-202" fmla="*/ 0 h 1383032"/>
              <a:gd name="connsiteX1-203" fmla="*/ 1901061 w 1901061"/>
              <a:gd name="connsiteY1-204" fmla="*/ 0 h 1383032"/>
              <a:gd name="connsiteX2-205" fmla="*/ 1892955 w 1901061"/>
              <a:gd name="connsiteY2-206" fmla="*/ 965752 h 1383032"/>
              <a:gd name="connsiteX3-207" fmla="*/ 956597 w 1901061"/>
              <a:gd name="connsiteY3-208" fmla="*/ 1340364 h 1383032"/>
              <a:gd name="connsiteX4-209" fmla="*/ 89 w 1901061"/>
              <a:gd name="connsiteY4-210" fmla="*/ 0 h 1383032"/>
              <a:gd name="connsiteX0-211" fmla="*/ 143 w 1901115"/>
              <a:gd name="connsiteY0-212" fmla="*/ 0 h 1209653"/>
              <a:gd name="connsiteX1-213" fmla="*/ 1901115 w 1901115"/>
              <a:gd name="connsiteY1-214" fmla="*/ 0 h 1209653"/>
              <a:gd name="connsiteX2-215" fmla="*/ 1893009 w 1901115"/>
              <a:gd name="connsiteY2-216" fmla="*/ 965752 h 1209653"/>
              <a:gd name="connsiteX3-217" fmla="*/ 705365 w 1901115"/>
              <a:gd name="connsiteY3-218" fmla="*/ 1137003 h 1209653"/>
              <a:gd name="connsiteX4-219" fmla="*/ 143 w 1901115"/>
              <a:gd name="connsiteY4-220" fmla="*/ 0 h 1209653"/>
              <a:gd name="connsiteX0-221" fmla="*/ 3236 w 1904208"/>
              <a:gd name="connsiteY0-222" fmla="*/ 0 h 1271405"/>
              <a:gd name="connsiteX1-223" fmla="*/ 1904208 w 1904208"/>
              <a:gd name="connsiteY1-224" fmla="*/ 0 h 1271405"/>
              <a:gd name="connsiteX2-225" fmla="*/ 1896102 w 1904208"/>
              <a:gd name="connsiteY2-226" fmla="*/ 965752 h 1271405"/>
              <a:gd name="connsiteX3-227" fmla="*/ 708458 w 1904208"/>
              <a:gd name="connsiteY3-228" fmla="*/ 1137003 h 1271405"/>
              <a:gd name="connsiteX4-229" fmla="*/ 3236 w 1904208"/>
              <a:gd name="connsiteY4-230" fmla="*/ 0 h 1271405"/>
              <a:gd name="connsiteX0-231" fmla="*/ 3236 w 1904208"/>
              <a:gd name="connsiteY0-232" fmla="*/ 0 h 1465660"/>
              <a:gd name="connsiteX1-233" fmla="*/ 1904208 w 1904208"/>
              <a:gd name="connsiteY1-234" fmla="*/ 0 h 1465660"/>
              <a:gd name="connsiteX2-235" fmla="*/ 1896102 w 1904208"/>
              <a:gd name="connsiteY2-236" fmla="*/ 965752 h 1465660"/>
              <a:gd name="connsiteX3-237" fmla="*/ 708458 w 1904208"/>
              <a:gd name="connsiteY3-238" fmla="*/ 1372473 h 1465660"/>
              <a:gd name="connsiteX4-239" fmla="*/ 3236 w 1904208"/>
              <a:gd name="connsiteY4-240" fmla="*/ 0 h 1465660"/>
              <a:gd name="connsiteX0-241" fmla="*/ 320 w 1901292"/>
              <a:gd name="connsiteY0-242" fmla="*/ 0 h 1420150"/>
              <a:gd name="connsiteX1-243" fmla="*/ 1901292 w 1901292"/>
              <a:gd name="connsiteY1-244" fmla="*/ 0 h 1420150"/>
              <a:gd name="connsiteX2-245" fmla="*/ 1893186 w 1901292"/>
              <a:gd name="connsiteY2-246" fmla="*/ 965752 h 1420150"/>
              <a:gd name="connsiteX3-247" fmla="*/ 705542 w 1901292"/>
              <a:gd name="connsiteY3-248" fmla="*/ 1372473 h 1420150"/>
              <a:gd name="connsiteX4-249" fmla="*/ 320 w 1901292"/>
              <a:gd name="connsiteY4-250" fmla="*/ 0 h 1420150"/>
              <a:gd name="connsiteX0-251" fmla="*/ 9805 w 1910777"/>
              <a:gd name="connsiteY0-252" fmla="*/ 0 h 1457109"/>
              <a:gd name="connsiteX1-253" fmla="*/ 1910777 w 1910777"/>
              <a:gd name="connsiteY1-254" fmla="*/ 0 h 1457109"/>
              <a:gd name="connsiteX2-255" fmla="*/ 1902671 w 1910777"/>
              <a:gd name="connsiteY2-256" fmla="*/ 965752 h 1457109"/>
              <a:gd name="connsiteX3-257" fmla="*/ 715027 w 1910777"/>
              <a:gd name="connsiteY3-258" fmla="*/ 1372473 h 1457109"/>
              <a:gd name="connsiteX4-259" fmla="*/ 9805 w 1910777"/>
              <a:gd name="connsiteY4-260" fmla="*/ 0 h 1457109"/>
              <a:gd name="connsiteX0-261" fmla="*/ 307 w 1901279"/>
              <a:gd name="connsiteY0-262" fmla="*/ 0 h 1391193"/>
              <a:gd name="connsiteX1-263" fmla="*/ 1901279 w 1901279"/>
              <a:gd name="connsiteY1-264" fmla="*/ 0 h 1391193"/>
              <a:gd name="connsiteX2-265" fmla="*/ 1893173 w 1901279"/>
              <a:gd name="connsiteY2-266" fmla="*/ 965752 h 1391193"/>
              <a:gd name="connsiteX3-267" fmla="*/ 705529 w 1901279"/>
              <a:gd name="connsiteY3-268" fmla="*/ 1372473 h 1391193"/>
              <a:gd name="connsiteX4-269" fmla="*/ 307 w 1901279"/>
              <a:gd name="connsiteY4-270" fmla="*/ 0 h 1391193"/>
              <a:gd name="connsiteX0-271" fmla="*/ 5509 w 1906481"/>
              <a:gd name="connsiteY0-272" fmla="*/ 0 h 1416260"/>
              <a:gd name="connsiteX1-273" fmla="*/ 1906481 w 1906481"/>
              <a:gd name="connsiteY1-274" fmla="*/ 0 h 1416260"/>
              <a:gd name="connsiteX2-275" fmla="*/ 1898375 w 1906481"/>
              <a:gd name="connsiteY2-276" fmla="*/ 965752 h 1416260"/>
              <a:gd name="connsiteX3-277" fmla="*/ 710731 w 1906481"/>
              <a:gd name="connsiteY3-278" fmla="*/ 1372473 h 1416260"/>
              <a:gd name="connsiteX4-279" fmla="*/ 5509 w 1906481"/>
              <a:gd name="connsiteY4-280" fmla="*/ 0 h 1416260"/>
              <a:gd name="connsiteX0-281" fmla="*/ 144 w 1901116"/>
              <a:gd name="connsiteY0-282" fmla="*/ 0 h 1453045"/>
              <a:gd name="connsiteX1-283" fmla="*/ 1901116 w 1901116"/>
              <a:gd name="connsiteY1-284" fmla="*/ 0 h 1453045"/>
              <a:gd name="connsiteX2-285" fmla="*/ 1901116 w 1901116"/>
              <a:gd name="connsiteY2-286" fmla="*/ 1169113 h 1453045"/>
              <a:gd name="connsiteX3-287" fmla="*/ 705366 w 1901116"/>
              <a:gd name="connsiteY3-288" fmla="*/ 1372473 h 1453045"/>
              <a:gd name="connsiteX4-289" fmla="*/ 144 w 1901116"/>
              <a:gd name="connsiteY4-290" fmla="*/ 0 h 1453045"/>
              <a:gd name="connsiteX0-291" fmla="*/ 144 w 1901116"/>
              <a:gd name="connsiteY0-292" fmla="*/ 0 h 1438098"/>
              <a:gd name="connsiteX1-293" fmla="*/ 1901116 w 1901116"/>
              <a:gd name="connsiteY1-294" fmla="*/ 0 h 1438098"/>
              <a:gd name="connsiteX2-295" fmla="*/ 1901116 w 1901116"/>
              <a:gd name="connsiteY2-296" fmla="*/ 1169113 h 1438098"/>
              <a:gd name="connsiteX3-297" fmla="*/ 705366 w 1901116"/>
              <a:gd name="connsiteY3-298" fmla="*/ 1372473 h 1438098"/>
              <a:gd name="connsiteX4-299" fmla="*/ 144 w 1901116"/>
              <a:gd name="connsiteY4-300" fmla="*/ 0 h 1438098"/>
              <a:gd name="connsiteX0-301" fmla="*/ 521 w 1901493"/>
              <a:gd name="connsiteY0-302" fmla="*/ 0 h 1429242"/>
              <a:gd name="connsiteX1-303" fmla="*/ 1901493 w 1901493"/>
              <a:gd name="connsiteY1-304" fmla="*/ 0 h 1429242"/>
              <a:gd name="connsiteX2-305" fmla="*/ 1901493 w 1901493"/>
              <a:gd name="connsiteY2-306" fmla="*/ 1169113 h 1429242"/>
              <a:gd name="connsiteX3-307" fmla="*/ 705743 w 1901493"/>
              <a:gd name="connsiteY3-308" fmla="*/ 1372473 h 1429242"/>
              <a:gd name="connsiteX4-309" fmla="*/ 521 w 1901493"/>
              <a:gd name="connsiteY4-310" fmla="*/ 0 h 1429242"/>
              <a:gd name="connsiteX0-311" fmla="*/ 521 w 1901790"/>
              <a:gd name="connsiteY0-312" fmla="*/ 0 h 1419079"/>
              <a:gd name="connsiteX1-313" fmla="*/ 1901493 w 1901790"/>
              <a:gd name="connsiteY1-314" fmla="*/ 0 h 1419079"/>
              <a:gd name="connsiteX2-315" fmla="*/ 1901493 w 1901790"/>
              <a:gd name="connsiteY2-316" fmla="*/ 1169113 h 1419079"/>
              <a:gd name="connsiteX3-317" fmla="*/ 705743 w 1901790"/>
              <a:gd name="connsiteY3-318" fmla="*/ 1372473 h 1419079"/>
              <a:gd name="connsiteX4-319" fmla="*/ 521 w 1901790"/>
              <a:gd name="connsiteY4-320" fmla="*/ 0 h 1419079"/>
              <a:gd name="connsiteX0-321" fmla="*/ 521 w 1901790"/>
              <a:gd name="connsiteY0-322" fmla="*/ 0 h 1419079"/>
              <a:gd name="connsiteX1-323" fmla="*/ 1901493 w 1901790"/>
              <a:gd name="connsiteY1-324" fmla="*/ 0 h 1419079"/>
              <a:gd name="connsiteX2-325" fmla="*/ 1901493 w 1901790"/>
              <a:gd name="connsiteY2-326" fmla="*/ 1169113 h 1419079"/>
              <a:gd name="connsiteX3-327" fmla="*/ 705743 w 1901790"/>
              <a:gd name="connsiteY3-328" fmla="*/ 1372473 h 1419079"/>
              <a:gd name="connsiteX4-329" fmla="*/ 521 w 1901790"/>
              <a:gd name="connsiteY4-330" fmla="*/ 0 h 141907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01790" h="1419079">
                <a:moveTo>
                  <a:pt x="521" y="0"/>
                </a:moveTo>
                <a:lnTo>
                  <a:pt x="1901493" y="0"/>
                </a:lnTo>
                <a:lnTo>
                  <a:pt x="1901493" y="1169113"/>
                </a:lnTo>
                <a:cubicBezTo>
                  <a:pt x="1917011" y="1180227"/>
                  <a:pt x="1322494" y="1545919"/>
                  <a:pt x="705743" y="1372473"/>
                </a:cubicBezTo>
                <a:cubicBezTo>
                  <a:pt x="88992" y="1199027"/>
                  <a:pt x="-8279" y="409"/>
                  <a:pt x="521" y="0"/>
                </a:cubicBezTo>
                <a:close/>
              </a:path>
            </a:pathLst>
          </a:custGeom>
          <a:solidFill>
            <a:schemeClr val="bg1">
              <a:alpha val="8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pic>
        <p:nvPicPr>
          <p:cNvPr id="9" name="16 Imagen"/>
          <p:cNvPicPr>
            <a:picLocks noChangeAspect="1"/>
          </p:cNvPicPr>
          <p:nvPr userDrawn="1"/>
        </p:nvPicPr>
        <p:blipFill>
          <a:blip r:embed="rId3"/>
          <a:stretch>
            <a:fillRect/>
          </a:stretch>
        </p:blipFill>
        <p:spPr>
          <a:xfrm>
            <a:off x="10439348" y="-43756"/>
            <a:ext cx="1567547" cy="1318224"/>
          </a:xfrm>
          <a:prstGeom prst="rect">
            <a:avLst/>
          </a:prstGeom>
        </p:spPr>
      </p:pic>
      <p:sp>
        <p:nvSpPr>
          <p:cNvPr id="14" name="Rectangle 28"/>
          <p:cNvSpPr/>
          <p:nvPr userDrawn="1"/>
        </p:nvSpPr>
        <p:spPr>
          <a:xfrm>
            <a:off x="566057" y="97654"/>
            <a:ext cx="7512623" cy="6667130"/>
          </a:xfrm>
          <a:prstGeom prst="rect">
            <a:avLst/>
          </a:prstGeom>
          <a:solidFill>
            <a:srgbClr val="9AAE04">
              <a:alpha val="69804"/>
            </a:srgbClr>
          </a:solidFill>
          <a:ln>
            <a:noFill/>
          </a:ln>
        </p:spPr>
        <p:style>
          <a:lnRef idx="3">
            <a:schemeClr val="lt1"/>
          </a:lnRef>
          <a:fillRef idx="1">
            <a:schemeClr val="accent3"/>
          </a:fillRef>
          <a:effectRef idx="1">
            <a:schemeClr val="accent3"/>
          </a:effectRef>
          <a:fontRef idx="minor">
            <a:schemeClr val="lt1"/>
          </a:fontRef>
        </p:style>
        <p:txBody>
          <a:bodyPr rtlCol="0" anchor="ctr"/>
          <a:lstStyle/>
          <a:p>
            <a:pPr defTabSz="952500">
              <a:defRPr/>
            </a:pPr>
            <a:endParaRPr lang="en-US" sz="1845" kern="0" dirty="0">
              <a:solidFill>
                <a:srgbClr val="FFFFFF"/>
              </a:solidFill>
              <a:latin typeface="Roboto Condensed"/>
            </a:endParaRPr>
          </a:p>
        </p:txBody>
      </p:sp>
    </p:spTree>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apositiva en blanco con logo">
    <p:spTree>
      <p:nvGrpSpPr>
        <p:cNvPr id="1" name=""/>
        <p:cNvGrpSpPr/>
        <p:nvPr/>
      </p:nvGrpSpPr>
      <p:grpSpPr>
        <a:xfrm>
          <a:off x="0" y="0"/>
          <a:ext cx="0" cy="0"/>
          <a:chOff x="0" y="0"/>
          <a:chExt cx="0" cy="0"/>
        </a:xfrm>
      </p:grpSpPr>
      <p:sp>
        <p:nvSpPr>
          <p:cNvPr id="2" name="Rectángulo 1"/>
          <p:cNvSpPr/>
          <p:nvPr userDrawn="1"/>
        </p:nvSpPr>
        <p:spPr>
          <a:xfrm>
            <a:off x="0" y="1"/>
            <a:ext cx="2685816"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4" name="Rectángulo 3"/>
          <p:cNvSpPr/>
          <p:nvPr userDrawn="1"/>
        </p:nvSpPr>
        <p:spPr>
          <a:xfrm>
            <a:off x="0" y="5522258"/>
            <a:ext cx="12192000"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sp>
        <p:nvSpPr>
          <p:cNvPr id="3" name="Elipse 2"/>
          <p:cNvSpPr/>
          <p:nvPr userDrawn="1"/>
        </p:nvSpPr>
        <p:spPr>
          <a:xfrm>
            <a:off x="3556000" y="1185333"/>
            <a:ext cx="1955800" cy="1905000"/>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Tree>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iapositiva en blanco con logo">
    <p:spTree>
      <p:nvGrpSpPr>
        <p:cNvPr id="1" name=""/>
        <p:cNvGrpSpPr/>
        <p:nvPr/>
      </p:nvGrpSpPr>
      <p:grpSpPr>
        <a:xfrm>
          <a:off x="0" y="0"/>
          <a:ext cx="0" cy="0"/>
          <a:chOff x="0" y="0"/>
          <a:chExt cx="0" cy="0"/>
        </a:xfrm>
      </p:grpSpPr>
      <p:sp>
        <p:nvSpPr>
          <p:cNvPr id="4" name="Rectángulo 3"/>
          <p:cNvSpPr/>
          <p:nvPr userDrawn="1"/>
        </p:nvSpPr>
        <p:spPr>
          <a:xfrm>
            <a:off x="0" y="5522258"/>
            <a:ext cx="12192000" cy="133574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p>
        </p:txBody>
      </p:sp>
      <p:cxnSp>
        <p:nvCxnSpPr>
          <p:cNvPr id="5" name="Conector recto 4"/>
          <p:cNvCxnSpPr/>
          <p:nvPr userDrawn="1"/>
        </p:nvCxnSpPr>
        <p:spPr>
          <a:xfrm>
            <a:off x="36000" y="6852761"/>
            <a:ext cx="12121200" cy="1896"/>
          </a:xfrm>
          <a:prstGeom prst="line">
            <a:avLst/>
          </a:prstGeom>
          <a:ln w="82550" cap="sq"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2" name="Rectángulo 1"/>
          <p:cNvSpPr/>
          <p:nvPr userDrawn="1"/>
        </p:nvSpPr>
        <p:spPr>
          <a:xfrm>
            <a:off x="5621866" y="2507147"/>
            <a:ext cx="3285067" cy="23537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Tree>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9_Diapositiva en blanco">
    <p:spTree>
      <p:nvGrpSpPr>
        <p:cNvPr id="1" name=""/>
        <p:cNvGrpSpPr/>
        <p:nvPr/>
      </p:nvGrpSpPr>
      <p:grpSpPr>
        <a:xfrm>
          <a:off x="0" y="0"/>
          <a:ext cx="0" cy="0"/>
          <a:chOff x="0" y="0"/>
          <a:chExt cx="0" cy="0"/>
        </a:xfrm>
      </p:grpSpPr>
      <p:sp>
        <p:nvSpPr>
          <p:cNvPr id="2" name="CuadroTexto 1"/>
          <p:cNvSpPr txBox="1"/>
          <p:nvPr userDrawn="1"/>
        </p:nvSpPr>
        <p:spPr>
          <a:xfrm>
            <a:off x="7348687" y="4932047"/>
            <a:ext cx="5037979" cy="1169551"/>
          </a:xfrm>
          <a:prstGeom prst="rect">
            <a:avLst/>
          </a:prstGeom>
          <a:noFill/>
        </p:spPr>
        <p:txBody>
          <a:bodyPr wrap="square" rtlCol="0">
            <a:spAutoFit/>
          </a:bodyPr>
          <a:lstStyle/>
          <a:p>
            <a:r>
              <a:rPr lang="es-ES" sz="1400" b="1" dirty="0" smtClean="0">
                <a:solidFill>
                  <a:srgbClr val="9AAE04"/>
                </a:solidFill>
                <a:latin typeface="Century Gothic" panose="020B0502020202020204" pitchFamily="34" charset="0"/>
                <a:cs typeface="Arial"/>
              </a:rPr>
              <a:t>Lorem ipsum, lorem ipsum, </a:t>
            </a:r>
            <a:endParaRPr lang="es-ES" sz="1400" b="1" dirty="0">
              <a:solidFill>
                <a:srgbClr val="9AAE04"/>
              </a:solidFill>
              <a:latin typeface="Century Gothic" panose="020B0502020202020204" pitchFamily="34" charset="0"/>
              <a:cs typeface="Arial"/>
            </a:endParaRPr>
          </a:p>
          <a:p>
            <a:r>
              <a:rPr lang="es-ES" sz="1400" b="1" dirty="0" smtClean="0">
                <a:solidFill>
                  <a:srgbClr val="9AAE04"/>
                </a:solidFill>
                <a:latin typeface="Century Gothic" panose="020B0502020202020204" pitchFamily="34" charset="0"/>
                <a:cs typeface="Arial"/>
              </a:rPr>
              <a:t>Lorem ipsum:</a:t>
            </a:r>
            <a:endParaRPr lang="es-ES" sz="1400" b="1" dirty="0">
              <a:solidFill>
                <a:srgbClr val="9AAE04"/>
              </a:solidFill>
              <a:latin typeface="Century Gothic" panose="020B0502020202020204" pitchFamily="34" charset="0"/>
              <a:cs typeface="Arial"/>
            </a:endParaRPr>
          </a:p>
          <a:p>
            <a:endParaRPr lang="es-ES" sz="1050" b="1" dirty="0">
              <a:latin typeface="Arial"/>
              <a:cs typeface="Arial"/>
            </a:endParaRPr>
          </a:p>
          <a:p>
            <a:r>
              <a:rPr lang="es-ES" sz="1050" dirty="0" smtClean="0">
                <a:latin typeface="Arial"/>
                <a:cs typeface="Arial"/>
              </a:rPr>
              <a:t>Name</a:t>
            </a:r>
            <a:endParaRPr lang="es-ES" sz="1050" dirty="0">
              <a:latin typeface="Arial"/>
              <a:cs typeface="Arial"/>
            </a:endParaRPr>
          </a:p>
          <a:p>
            <a:r>
              <a:rPr lang="es-ES" sz="1050" dirty="0" smtClean="0">
                <a:latin typeface="Arial"/>
                <a:cs typeface="Arial"/>
              </a:rPr>
              <a:t>email</a:t>
            </a:r>
            <a:endParaRPr lang="es-ES" sz="1050" dirty="0">
              <a:latin typeface="Arial"/>
              <a:cs typeface="Arial"/>
            </a:endParaRPr>
          </a:p>
          <a:p>
            <a:r>
              <a:rPr lang="es-ES" sz="1050" dirty="0" smtClean="0">
                <a:latin typeface="Arial"/>
                <a:cs typeface="Arial"/>
              </a:rPr>
              <a:t>phone</a:t>
            </a:r>
            <a:endParaRPr lang="es-ES" sz="1050" dirty="0">
              <a:latin typeface="Arial"/>
              <a:cs typeface="Arial"/>
            </a:endParaRPr>
          </a:p>
        </p:txBody>
      </p:sp>
      <p:cxnSp>
        <p:nvCxnSpPr>
          <p:cNvPr id="4" name="Conector recto 3"/>
          <p:cNvCxnSpPr>
            <a:stCxn id="8" idx="2"/>
          </p:cNvCxnSpPr>
          <p:nvPr userDrawn="1"/>
        </p:nvCxnSpPr>
        <p:spPr>
          <a:xfrm>
            <a:off x="5627205" y="6871906"/>
            <a:ext cx="6564795" cy="0"/>
          </a:xfrm>
          <a:prstGeom prst="line">
            <a:avLst/>
          </a:prstGeom>
          <a:ln w="82550" cap="sq"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pic>
        <p:nvPicPr>
          <p:cNvPr id="7" name="16 Imagen"/>
          <p:cNvPicPr>
            <a:picLocks noChangeAspect="1"/>
          </p:cNvPicPr>
          <p:nvPr userDrawn="1"/>
        </p:nvPicPr>
        <p:blipFill>
          <a:blip r:embed="rId2"/>
          <a:stretch>
            <a:fillRect/>
          </a:stretch>
        </p:blipFill>
        <p:spPr>
          <a:xfrm>
            <a:off x="10211062" y="228539"/>
            <a:ext cx="1413999" cy="1189099"/>
          </a:xfrm>
          <a:prstGeom prst="rect">
            <a:avLst/>
          </a:prstGeom>
        </p:spPr>
      </p:pic>
      <p:cxnSp>
        <p:nvCxnSpPr>
          <p:cNvPr id="3" name="Conector recto 2"/>
          <p:cNvCxnSpPr>
            <a:stCxn id="8" idx="1"/>
            <a:endCxn id="8" idx="2"/>
          </p:cNvCxnSpPr>
          <p:nvPr userDrawn="1"/>
        </p:nvCxnSpPr>
        <p:spPr>
          <a:xfrm flipH="1">
            <a:off x="5627205" y="11721"/>
            <a:ext cx="2930231" cy="6860185"/>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8" name="Rectángulo 18"/>
          <p:cNvSpPr/>
          <p:nvPr userDrawn="1"/>
        </p:nvSpPr>
        <p:spPr>
          <a:xfrm>
            <a:off x="1524000" y="1"/>
            <a:ext cx="7033436" cy="6871905"/>
          </a:xfrm>
          <a:custGeom>
            <a:avLst/>
            <a:gdLst>
              <a:gd name="connsiteX0" fmla="*/ 0 w 8229601"/>
              <a:gd name="connsiteY0" fmla="*/ 0 h 6257448"/>
              <a:gd name="connsiteX1" fmla="*/ 8229601 w 8229601"/>
              <a:gd name="connsiteY1" fmla="*/ 0 h 6257448"/>
              <a:gd name="connsiteX2" fmla="*/ 8229601 w 8229601"/>
              <a:gd name="connsiteY2" fmla="*/ 6257448 h 6257448"/>
              <a:gd name="connsiteX3" fmla="*/ 0 w 8229601"/>
              <a:gd name="connsiteY3" fmla="*/ 6257448 h 6257448"/>
              <a:gd name="connsiteX4" fmla="*/ 0 w 8229601"/>
              <a:gd name="connsiteY4" fmla="*/ 0 h 6257448"/>
              <a:gd name="connsiteX0-1" fmla="*/ 0 w 8229601"/>
              <a:gd name="connsiteY0-2" fmla="*/ 0 h 6268120"/>
              <a:gd name="connsiteX1-3" fmla="*/ 8229601 w 8229601"/>
              <a:gd name="connsiteY1-4" fmla="*/ 0 h 6268120"/>
              <a:gd name="connsiteX2-5" fmla="*/ 4184575 w 8229601"/>
              <a:gd name="connsiteY2-6" fmla="*/ 6268120 h 6268120"/>
              <a:gd name="connsiteX3-7" fmla="*/ 0 w 8229601"/>
              <a:gd name="connsiteY3-8" fmla="*/ 6257448 h 6268120"/>
              <a:gd name="connsiteX4-9" fmla="*/ 0 w 8229601"/>
              <a:gd name="connsiteY4-10" fmla="*/ 0 h 6268120"/>
              <a:gd name="connsiteX0-11" fmla="*/ 0 w 6361845"/>
              <a:gd name="connsiteY0-12" fmla="*/ 0 h 6268120"/>
              <a:gd name="connsiteX1-13" fmla="*/ 6361845 w 6361845"/>
              <a:gd name="connsiteY1-14" fmla="*/ 0 h 6268120"/>
              <a:gd name="connsiteX2-15" fmla="*/ 4184575 w 6361845"/>
              <a:gd name="connsiteY2-16" fmla="*/ 6268120 h 6268120"/>
              <a:gd name="connsiteX3-17" fmla="*/ 0 w 6361845"/>
              <a:gd name="connsiteY3-18" fmla="*/ 6257448 h 6268120"/>
              <a:gd name="connsiteX4-19" fmla="*/ 0 w 6361845"/>
              <a:gd name="connsiteY4-20" fmla="*/ 0 h 6268120"/>
              <a:gd name="connsiteX0-21" fmla="*/ 0 w 5838873"/>
              <a:gd name="connsiteY0-22" fmla="*/ 0 h 6268120"/>
              <a:gd name="connsiteX1-23" fmla="*/ 5838873 w 5838873"/>
              <a:gd name="connsiteY1-24" fmla="*/ 0 h 6268120"/>
              <a:gd name="connsiteX2-25" fmla="*/ 4184575 w 5838873"/>
              <a:gd name="connsiteY2-26" fmla="*/ 6268120 h 6268120"/>
              <a:gd name="connsiteX3-27" fmla="*/ 0 w 5838873"/>
              <a:gd name="connsiteY3-28" fmla="*/ 6257448 h 6268120"/>
              <a:gd name="connsiteX4-29" fmla="*/ 0 w 5838873"/>
              <a:gd name="connsiteY4-30" fmla="*/ 0 h 6268120"/>
              <a:gd name="connsiteX0-31" fmla="*/ 0 w 6980873"/>
              <a:gd name="connsiteY0-32" fmla="*/ 0 h 6268120"/>
              <a:gd name="connsiteX1-33" fmla="*/ 6980873 w 6980873"/>
              <a:gd name="connsiteY1-34" fmla="*/ 0 h 6268120"/>
              <a:gd name="connsiteX2-35" fmla="*/ 4184575 w 6980873"/>
              <a:gd name="connsiteY2-36" fmla="*/ 6268120 h 6268120"/>
              <a:gd name="connsiteX3-37" fmla="*/ 0 w 6980873"/>
              <a:gd name="connsiteY3-38" fmla="*/ 6257448 h 6268120"/>
              <a:gd name="connsiteX4-39" fmla="*/ 0 w 6980873"/>
              <a:gd name="connsiteY4-40" fmla="*/ 0 h 6268120"/>
              <a:gd name="connsiteX0-41" fmla="*/ 0 w 6980873"/>
              <a:gd name="connsiteY0-42" fmla="*/ 0 h 6257448"/>
              <a:gd name="connsiteX1-43" fmla="*/ 6980873 w 6980873"/>
              <a:gd name="connsiteY1-44" fmla="*/ 0 h 6257448"/>
              <a:gd name="connsiteX2-45" fmla="*/ 3309398 w 6980873"/>
              <a:gd name="connsiteY2-46" fmla="*/ 6236105 h 6257448"/>
              <a:gd name="connsiteX3-47" fmla="*/ 0 w 6980873"/>
              <a:gd name="connsiteY3-48" fmla="*/ 6257448 h 6257448"/>
              <a:gd name="connsiteX4-49" fmla="*/ 0 w 6980873"/>
              <a:gd name="connsiteY4-50" fmla="*/ 0 h 6257448"/>
              <a:gd name="connsiteX0-51" fmla="*/ 0 w 6980873"/>
              <a:gd name="connsiteY0-52" fmla="*/ 0 h 6257448"/>
              <a:gd name="connsiteX1-53" fmla="*/ 6980873 w 6980873"/>
              <a:gd name="connsiteY1-54" fmla="*/ 0 h 6257448"/>
              <a:gd name="connsiteX2-55" fmla="*/ 3736314 w 6980873"/>
              <a:gd name="connsiteY2-56" fmla="*/ 6236105 h 6257448"/>
              <a:gd name="connsiteX3-57" fmla="*/ 0 w 6980873"/>
              <a:gd name="connsiteY3-58" fmla="*/ 6257448 h 6257448"/>
              <a:gd name="connsiteX4-59" fmla="*/ 0 w 6980873"/>
              <a:gd name="connsiteY4-60" fmla="*/ 0 h 6257448"/>
              <a:gd name="connsiteX0-61" fmla="*/ 0 w 6980873"/>
              <a:gd name="connsiteY0-62" fmla="*/ 0 h 6257449"/>
              <a:gd name="connsiteX1-63" fmla="*/ 6980873 w 6980873"/>
              <a:gd name="connsiteY1-64" fmla="*/ 0 h 6257449"/>
              <a:gd name="connsiteX2-65" fmla="*/ 3736314 w 6980873"/>
              <a:gd name="connsiteY2-66" fmla="*/ 6257449 h 6257449"/>
              <a:gd name="connsiteX3-67" fmla="*/ 0 w 6980873"/>
              <a:gd name="connsiteY3-68" fmla="*/ 6257448 h 6257449"/>
              <a:gd name="connsiteX4-69" fmla="*/ 0 w 6980873"/>
              <a:gd name="connsiteY4-70" fmla="*/ 0 h 6257449"/>
              <a:gd name="connsiteX0-71" fmla="*/ 0 w 6404537"/>
              <a:gd name="connsiteY0-72" fmla="*/ 0 h 6257449"/>
              <a:gd name="connsiteX1-73" fmla="*/ 6404537 w 6404537"/>
              <a:gd name="connsiteY1-74" fmla="*/ 10672 h 6257449"/>
              <a:gd name="connsiteX2-75" fmla="*/ 3736314 w 6404537"/>
              <a:gd name="connsiteY2-76" fmla="*/ 6257449 h 6257449"/>
              <a:gd name="connsiteX3-77" fmla="*/ 0 w 6404537"/>
              <a:gd name="connsiteY3-78" fmla="*/ 6257448 h 6257449"/>
              <a:gd name="connsiteX4-79" fmla="*/ 0 w 6404537"/>
              <a:gd name="connsiteY4-80" fmla="*/ 0 h 625744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04537" h="6257449">
                <a:moveTo>
                  <a:pt x="0" y="0"/>
                </a:moveTo>
                <a:lnTo>
                  <a:pt x="6404537" y="10672"/>
                </a:lnTo>
                <a:lnTo>
                  <a:pt x="3736314" y="6257449"/>
                </a:lnTo>
                <a:lnTo>
                  <a:pt x="0" y="6257448"/>
                </a:lnTo>
                <a:lnTo>
                  <a:pt x="0" y="0"/>
                </a:lnTo>
                <a:close/>
              </a:path>
            </a:pathLst>
          </a:custGeom>
          <a:blipFill rotWithShape="1">
            <a:blip r:embed="rId3"/>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3" name="Rectángulo 12"/>
          <p:cNvSpPr/>
          <p:nvPr userDrawn="1"/>
        </p:nvSpPr>
        <p:spPr>
          <a:xfrm>
            <a:off x="11466286" y="6302895"/>
            <a:ext cx="391885" cy="40270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Tree>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1_Diapositiva en blanco">
    <p:spTree>
      <p:nvGrpSpPr>
        <p:cNvPr id="1" name=""/>
        <p:cNvGrpSpPr/>
        <p:nvPr/>
      </p:nvGrpSpPr>
      <p:grpSpPr>
        <a:xfrm>
          <a:off x="0" y="0"/>
          <a:ext cx="0" cy="0"/>
          <a:chOff x="0" y="0"/>
          <a:chExt cx="0" cy="0"/>
        </a:xfrm>
      </p:grpSpPr>
      <p:sp>
        <p:nvSpPr>
          <p:cNvPr id="2" name="CuadroTexto 1"/>
          <p:cNvSpPr txBox="1"/>
          <p:nvPr userDrawn="1"/>
        </p:nvSpPr>
        <p:spPr>
          <a:xfrm>
            <a:off x="7348687" y="4932047"/>
            <a:ext cx="5037979" cy="1169551"/>
          </a:xfrm>
          <a:prstGeom prst="rect">
            <a:avLst/>
          </a:prstGeom>
          <a:noFill/>
        </p:spPr>
        <p:txBody>
          <a:bodyPr wrap="square" rtlCol="0">
            <a:spAutoFit/>
          </a:bodyPr>
          <a:lstStyle/>
          <a:p>
            <a:r>
              <a:rPr lang="es-ES" sz="1400" b="1" dirty="0" smtClean="0">
                <a:solidFill>
                  <a:srgbClr val="9AAE04"/>
                </a:solidFill>
                <a:latin typeface="+mj-lt"/>
                <a:cs typeface="Arial"/>
              </a:rPr>
              <a:t>Lorem ipsum, lorem ipsum, </a:t>
            </a:r>
            <a:endParaRPr lang="es-ES" sz="1400" b="1" dirty="0">
              <a:solidFill>
                <a:srgbClr val="9AAE04"/>
              </a:solidFill>
              <a:latin typeface="+mj-lt"/>
              <a:cs typeface="Arial"/>
            </a:endParaRPr>
          </a:p>
          <a:p>
            <a:r>
              <a:rPr lang="es-ES" sz="1400" b="1" dirty="0" smtClean="0">
                <a:solidFill>
                  <a:srgbClr val="9AAE04"/>
                </a:solidFill>
                <a:latin typeface="+mj-lt"/>
                <a:cs typeface="Arial"/>
              </a:rPr>
              <a:t>Lorem ipsum:</a:t>
            </a:r>
            <a:endParaRPr lang="es-ES" sz="1400" b="1" dirty="0">
              <a:solidFill>
                <a:srgbClr val="9AAE04"/>
              </a:solidFill>
              <a:latin typeface="+mj-lt"/>
              <a:cs typeface="Arial"/>
            </a:endParaRPr>
          </a:p>
          <a:p>
            <a:endParaRPr lang="es-ES" sz="1050" b="1" dirty="0">
              <a:latin typeface="+mj-lt"/>
              <a:cs typeface="Arial"/>
            </a:endParaRPr>
          </a:p>
          <a:p>
            <a:r>
              <a:rPr lang="es-ES" sz="1050" dirty="0" smtClean="0">
                <a:latin typeface="+mj-lt"/>
                <a:cs typeface="Arial"/>
              </a:rPr>
              <a:t>Name</a:t>
            </a:r>
            <a:endParaRPr lang="es-ES" sz="1050" dirty="0">
              <a:latin typeface="+mj-lt"/>
              <a:cs typeface="Arial"/>
            </a:endParaRPr>
          </a:p>
          <a:p>
            <a:r>
              <a:rPr lang="es-ES" sz="1050" dirty="0" smtClean="0">
                <a:latin typeface="+mj-lt"/>
                <a:cs typeface="Arial"/>
              </a:rPr>
              <a:t>email</a:t>
            </a:r>
            <a:endParaRPr lang="es-ES" sz="1050" dirty="0">
              <a:latin typeface="+mj-lt"/>
              <a:cs typeface="Arial"/>
            </a:endParaRPr>
          </a:p>
          <a:p>
            <a:r>
              <a:rPr lang="es-ES" sz="1050" dirty="0" smtClean="0">
                <a:latin typeface="+mj-lt"/>
                <a:cs typeface="Arial"/>
              </a:rPr>
              <a:t>phone</a:t>
            </a:r>
            <a:endParaRPr lang="es-ES" sz="1050" dirty="0">
              <a:latin typeface="+mj-lt"/>
              <a:cs typeface="Arial"/>
            </a:endParaRPr>
          </a:p>
        </p:txBody>
      </p:sp>
      <p:cxnSp>
        <p:nvCxnSpPr>
          <p:cNvPr id="4" name="Conector recto 3"/>
          <p:cNvCxnSpPr/>
          <p:nvPr userDrawn="1"/>
        </p:nvCxnSpPr>
        <p:spPr>
          <a:xfrm>
            <a:off x="5627205" y="6871906"/>
            <a:ext cx="6564795" cy="0"/>
          </a:xfrm>
          <a:prstGeom prst="line">
            <a:avLst/>
          </a:prstGeom>
          <a:ln w="82550" cap="sq"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pic>
        <p:nvPicPr>
          <p:cNvPr id="7" name="16 Imagen"/>
          <p:cNvPicPr>
            <a:picLocks noChangeAspect="1"/>
          </p:cNvPicPr>
          <p:nvPr userDrawn="1"/>
        </p:nvPicPr>
        <p:blipFill>
          <a:blip r:embed="rId2"/>
          <a:stretch>
            <a:fillRect/>
          </a:stretch>
        </p:blipFill>
        <p:spPr>
          <a:xfrm>
            <a:off x="10211062" y="228539"/>
            <a:ext cx="1413999" cy="1189099"/>
          </a:xfrm>
          <a:prstGeom prst="rect">
            <a:avLst/>
          </a:prstGeom>
        </p:spPr>
      </p:pic>
      <p:cxnSp>
        <p:nvCxnSpPr>
          <p:cNvPr id="3" name="Conector recto 2"/>
          <p:cNvCxnSpPr/>
          <p:nvPr userDrawn="1"/>
        </p:nvCxnSpPr>
        <p:spPr>
          <a:xfrm flipH="1">
            <a:off x="5627205" y="11721"/>
            <a:ext cx="2930231" cy="6860185"/>
          </a:xfrm>
          <a:prstGeom prst="line">
            <a:avLst/>
          </a:prstGeom>
          <a:ln w="57150" cap="rnd"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13" name="Rectángulo 12"/>
          <p:cNvSpPr/>
          <p:nvPr userDrawn="1"/>
        </p:nvSpPr>
        <p:spPr>
          <a:xfrm>
            <a:off x="11466286" y="6302895"/>
            <a:ext cx="391885" cy="40270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9" name="Rectángulo 18"/>
          <p:cNvSpPr/>
          <p:nvPr userDrawn="1"/>
        </p:nvSpPr>
        <p:spPr>
          <a:xfrm>
            <a:off x="1524000" y="1"/>
            <a:ext cx="7033436" cy="6871905"/>
          </a:xfrm>
          <a:custGeom>
            <a:avLst/>
            <a:gdLst>
              <a:gd name="connsiteX0" fmla="*/ 0 w 8229601"/>
              <a:gd name="connsiteY0" fmla="*/ 0 h 6257448"/>
              <a:gd name="connsiteX1" fmla="*/ 8229601 w 8229601"/>
              <a:gd name="connsiteY1" fmla="*/ 0 h 6257448"/>
              <a:gd name="connsiteX2" fmla="*/ 8229601 w 8229601"/>
              <a:gd name="connsiteY2" fmla="*/ 6257448 h 6257448"/>
              <a:gd name="connsiteX3" fmla="*/ 0 w 8229601"/>
              <a:gd name="connsiteY3" fmla="*/ 6257448 h 6257448"/>
              <a:gd name="connsiteX4" fmla="*/ 0 w 8229601"/>
              <a:gd name="connsiteY4" fmla="*/ 0 h 6257448"/>
              <a:gd name="connsiteX0-1" fmla="*/ 0 w 8229601"/>
              <a:gd name="connsiteY0-2" fmla="*/ 0 h 6268120"/>
              <a:gd name="connsiteX1-3" fmla="*/ 8229601 w 8229601"/>
              <a:gd name="connsiteY1-4" fmla="*/ 0 h 6268120"/>
              <a:gd name="connsiteX2-5" fmla="*/ 4184575 w 8229601"/>
              <a:gd name="connsiteY2-6" fmla="*/ 6268120 h 6268120"/>
              <a:gd name="connsiteX3-7" fmla="*/ 0 w 8229601"/>
              <a:gd name="connsiteY3-8" fmla="*/ 6257448 h 6268120"/>
              <a:gd name="connsiteX4-9" fmla="*/ 0 w 8229601"/>
              <a:gd name="connsiteY4-10" fmla="*/ 0 h 6268120"/>
              <a:gd name="connsiteX0-11" fmla="*/ 0 w 6361845"/>
              <a:gd name="connsiteY0-12" fmla="*/ 0 h 6268120"/>
              <a:gd name="connsiteX1-13" fmla="*/ 6361845 w 6361845"/>
              <a:gd name="connsiteY1-14" fmla="*/ 0 h 6268120"/>
              <a:gd name="connsiteX2-15" fmla="*/ 4184575 w 6361845"/>
              <a:gd name="connsiteY2-16" fmla="*/ 6268120 h 6268120"/>
              <a:gd name="connsiteX3-17" fmla="*/ 0 w 6361845"/>
              <a:gd name="connsiteY3-18" fmla="*/ 6257448 h 6268120"/>
              <a:gd name="connsiteX4-19" fmla="*/ 0 w 6361845"/>
              <a:gd name="connsiteY4-20" fmla="*/ 0 h 6268120"/>
              <a:gd name="connsiteX0-21" fmla="*/ 0 w 5838873"/>
              <a:gd name="connsiteY0-22" fmla="*/ 0 h 6268120"/>
              <a:gd name="connsiteX1-23" fmla="*/ 5838873 w 5838873"/>
              <a:gd name="connsiteY1-24" fmla="*/ 0 h 6268120"/>
              <a:gd name="connsiteX2-25" fmla="*/ 4184575 w 5838873"/>
              <a:gd name="connsiteY2-26" fmla="*/ 6268120 h 6268120"/>
              <a:gd name="connsiteX3-27" fmla="*/ 0 w 5838873"/>
              <a:gd name="connsiteY3-28" fmla="*/ 6257448 h 6268120"/>
              <a:gd name="connsiteX4-29" fmla="*/ 0 w 5838873"/>
              <a:gd name="connsiteY4-30" fmla="*/ 0 h 6268120"/>
              <a:gd name="connsiteX0-31" fmla="*/ 0 w 6980873"/>
              <a:gd name="connsiteY0-32" fmla="*/ 0 h 6268120"/>
              <a:gd name="connsiteX1-33" fmla="*/ 6980873 w 6980873"/>
              <a:gd name="connsiteY1-34" fmla="*/ 0 h 6268120"/>
              <a:gd name="connsiteX2-35" fmla="*/ 4184575 w 6980873"/>
              <a:gd name="connsiteY2-36" fmla="*/ 6268120 h 6268120"/>
              <a:gd name="connsiteX3-37" fmla="*/ 0 w 6980873"/>
              <a:gd name="connsiteY3-38" fmla="*/ 6257448 h 6268120"/>
              <a:gd name="connsiteX4-39" fmla="*/ 0 w 6980873"/>
              <a:gd name="connsiteY4-40" fmla="*/ 0 h 6268120"/>
              <a:gd name="connsiteX0-41" fmla="*/ 0 w 6980873"/>
              <a:gd name="connsiteY0-42" fmla="*/ 0 h 6257448"/>
              <a:gd name="connsiteX1-43" fmla="*/ 6980873 w 6980873"/>
              <a:gd name="connsiteY1-44" fmla="*/ 0 h 6257448"/>
              <a:gd name="connsiteX2-45" fmla="*/ 3309398 w 6980873"/>
              <a:gd name="connsiteY2-46" fmla="*/ 6236105 h 6257448"/>
              <a:gd name="connsiteX3-47" fmla="*/ 0 w 6980873"/>
              <a:gd name="connsiteY3-48" fmla="*/ 6257448 h 6257448"/>
              <a:gd name="connsiteX4-49" fmla="*/ 0 w 6980873"/>
              <a:gd name="connsiteY4-50" fmla="*/ 0 h 6257448"/>
              <a:gd name="connsiteX0-51" fmla="*/ 0 w 6980873"/>
              <a:gd name="connsiteY0-52" fmla="*/ 0 h 6257448"/>
              <a:gd name="connsiteX1-53" fmla="*/ 6980873 w 6980873"/>
              <a:gd name="connsiteY1-54" fmla="*/ 0 h 6257448"/>
              <a:gd name="connsiteX2-55" fmla="*/ 3736314 w 6980873"/>
              <a:gd name="connsiteY2-56" fmla="*/ 6236105 h 6257448"/>
              <a:gd name="connsiteX3-57" fmla="*/ 0 w 6980873"/>
              <a:gd name="connsiteY3-58" fmla="*/ 6257448 h 6257448"/>
              <a:gd name="connsiteX4-59" fmla="*/ 0 w 6980873"/>
              <a:gd name="connsiteY4-60" fmla="*/ 0 h 6257448"/>
              <a:gd name="connsiteX0-61" fmla="*/ 0 w 6980873"/>
              <a:gd name="connsiteY0-62" fmla="*/ 0 h 6257449"/>
              <a:gd name="connsiteX1-63" fmla="*/ 6980873 w 6980873"/>
              <a:gd name="connsiteY1-64" fmla="*/ 0 h 6257449"/>
              <a:gd name="connsiteX2-65" fmla="*/ 3736314 w 6980873"/>
              <a:gd name="connsiteY2-66" fmla="*/ 6257449 h 6257449"/>
              <a:gd name="connsiteX3-67" fmla="*/ 0 w 6980873"/>
              <a:gd name="connsiteY3-68" fmla="*/ 6257448 h 6257449"/>
              <a:gd name="connsiteX4-69" fmla="*/ 0 w 6980873"/>
              <a:gd name="connsiteY4-70" fmla="*/ 0 h 6257449"/>
              <a:gd name="connsiteX0-71" fmla="*/ 0 w 6404537"/>
              <a:gd name="connsiteY0-72" fmla="*/ 0 h 6257449"/>
              <a:gd name="connsiteX1-73" fmla="*/ 6404537 w 6404537"/>
              <a:gd name="connsiteY1-74" fmla="*/ 10672 h 6257449"/>
              <a:gd name="connsiteX2-75" fmla="*/ 3736314 w 6404537"/>
              <a:gd name="connsiteY2-76" fmla="*/ 6257449 h 6257449"/>
              <a:gd name="connsiteX3-77" fmla="*/ 0 w 6404537"/>
              <a:gd name="connsiteY3-78" fmla="*/ 6257448 h 6257449"/>
              <a:gd name="connsiteX4-79" fmla="*/ 0 w 6404537"/>
              <a:gd name="connsiteY4-80" fmla="*/ 0 h 625744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04537" h="6257449">
                <a:moveTo>
                  <a:pt x="0" y="0"/>
                </a:moveTo>
                <a:lnTo>
                  <a:pt x="6404537" y="10672"/>
                </a:lnTo>
                <a:lnTo>
                  <a:pt x="3736314" y="6257449"/>
                </a:lnTo>
                <a:lnTo>
                  <a:pt x="0" y="6257448"/>
                </a:lnTo>
                <a:lnTo>
                  <a:pt x="0" y="0"/>
                </a:lnTo>
                <a:close/>
              </a:path>
            </a:pathLst>
          </a:custGeom>
          <a:blipFill rotWithShape="1">
            <a:blip r:embed="rId3"/>
            <a:srcRect/>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Tree>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showMasterSp="0" userDrawn="1">
  <p:cSld name="42_Diapositiva en blanco">
    <p:spTree>
      <p:nvGrpSpPr>
        <p:cNvPr id="1" name=""/>
        <p:cNvGrpSpPr/>
        <p:nvPr/>
      </p:nvGrpSpPr>
      <p:grpSpPr>
        <a:xfrm>
          <a:off x="0" y="0"/>
          <a:ext cx="0" cy="0"/>
          <a:chOff x="0" y="0"/>
          <a:chExt cx="0" cy="0"/>
        </a:xfrm>
      </p:grpSpPr>
      <p:sp>
        <p:nvSpPr>
          <p:cNvPr id="11" name="Rectángulo 10"/>
          <p:cNvSpPr/>
          <p:nvPr userDrawn="1"/>
        </p:nvSpPr>
        <p:spPr>
          <a:xfrm>
            <a:off x="1858297" y="747252"/>
            <a:ext cx="4798142" cy="329380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2" name="Rectángulo 11"/>
          <p:cNvSpPr/>
          <p:nvPr userDrawn="1"/>
        </p:nvSpPr>
        <p:spPr>
          <a:xfrm>
            <a:off x="4119716" y="1514168"/>
            <a:ext cx="4011561" cy="289068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s-ES" dirty="0"/>
          </a:p>
        </p:txBody>
      </p:sp>
    </p:spTree>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44_Diapositiva en blanco">
    <p:spTree>
      <p:nvGrpSpPr>
        <p:cNvPr id="1" name=""/>
        <p:cNvGrpSpPr/>
        <p:nvPr/>
      </p:nvGrpSpPr>
      <p:grpSpPr>
        <a:xfrm>
          <a:off x="0" y="0"/>
          <a:ext cx="0" cy="0"/>
          <a:chOff x="0" y="0"/>
          <a:chExt cx="0" cy="0"/>
        </a:xfrm>
      </p:grpSpPr>
      <p:sp>
        <p:nvSpPr>
          <p:cNvPr id="8" name="Rectángulo 18"/>
          <p:cNvSpPr/>
          <p:nvPr userDrawn="1"/>
        </p:nvSpPr>
        <p:spPr>
          <a:xfrm>
            <a:off x="1524000" y="-13905"/>
            <a:ext cx="7033436" cy="6871905"/>
          </a:xfrm>
          <a:custGeom>
            <a:avLst/>
            <a:gdLst>
              <a:gd name="connsiteX0" fmla="*/ 0 w 8229601"/>
              <a:gd name="connsiteY0" fmla="*/ 0 h 6257448"/>
              <a:gd name="connsiteX1" fmla="*/ 8229601 w 8229601"/>
              <a:gd name="connsiteY1" fmla="*/ 0 h 6257448"/>
              <a:gd name="connsiteX2" fmla="*/ 8229601 w 8229601"/>
              <a:gd name="connsiteY2" fmla="*/ 6257448 h 6257448"/>
              <a:gd name="connsiteX3" fmla="*/ 0 w 8229601"/>
              <a:gd name="connsiteY3" fmla="*/ 6257448 h 6257448"/>
              <a:gd name="connsiteX4" fmla="*/ 0 w 8229601"/>
              <a:gd name="connsiteY4" fmla="*/ 0 h 6257448"/>
              <a:gd name="connsiteX0-1" fmla="*/ 0 w 8229601"/>
              <a:gd name="connsiteY0-2" fmla="*/ 0 h 6268120"/>
              <a:gd name="connsiteX1-3" fmla="*/ 8229601 w 8229601"/>
              <a:gd name="connsiteY1-4" fmla="*/ 0 h 6268120"/>
              <a:gd name="connsiteX2-5" fmla="*/ 4184575 w 8229601"/>
              <a:gd name="connsiteY2-6" fmla="*/ 6268120 h 6268120"/>
              <a:gd name="connsiteX3-7" fmla="*/ 0 w 8229601"/>
              <a:gd name="connsiteY3-8" fmla="*/ 6257448 h 6268120"/>
              <a:gd name="connsiteX4-9" fmla="*/ 0 w 8229601"/>
              <a:gd name="connsiteY4-10" fmla="*/ 0 h 6268120"/>
              <a:gd name="connsiteX0-11" fmla="*/ 0 w 6361845"/>
              <a:gd name="connsiteY0-12" fmla="*/ 0 h 6268120"/>
              <a:gd name="connsiteX1-13" fmla="*/ 6361845 w 6361845"/>
              <a:gd name="connsiteY1-14" fmla="*/ 0 h 6268120"/>
              <a:gd name="connsiteX2-15" fmla="*/ 4184575 w 6361845"/>
              <a:gd name="connsiteY2-16" fmla="*/ 6268120 h 6268120"/>
              <a:gd name="connsiteX3-17" fmla="*/ 0 w 6361845"/>
              <a:gd name="connsiteY3-18" fmla="*/ 6257448 h 6268120"/>
              <a:gd name="connsiteX4-19" fmla="*/ 0 w 6361845"/>
              <a:gd name="connsiteY4-20" fmla="*/ 0 h 6268120"/>
              <a:gd name="connsiteX0-21" fmla="*/ 0 w 5838873"/>
              <a:gd name="connsiteY0-22" fmla="*/ 0 h 6268120"/>
              <a:gd name="connsiteX1-23" fmla="*/ 5838873 w 5838873"/>
              <a:gd name="connsiteY1-24" fmla="*/ 0 h 6268120"/>
              <a:gd name="connsiteX2-25" fmla="*/ 4184575 w 5838873"/>
              <a:gd name="connsiteY2-26" fmla="*/ 6268120 h 6268120"/>
              <a:gd name="connsiteX3-27" fmla="*/ 0 w 5838873"/>
              <a:gd name="connsiteY3-28" fmla="*/ 6257448 h 6268120"/>
              <a:gd name="connsiteX4-29" fmla="*/ 0 w 5838873"/>
              <a:gd name="connsiteY4-30" fmla="*/ 0 h 6268120"/>
              <a:gd name="connsiteX0-31" fmla="*/ 0 w 6980873"/>
              <a:gd name="connsiteY0-32" fmla="*/ 0 h 6268120"/>
              <a:gd name="connsiteX1-33" fmla="*/ 6980873 w 6980873"/>
              <a:gd name="connsiteY1-34" fmla="*/ 0 h 6268120"/>
              <a:gd name="connsiteX2-35" fmla="*/ 4184575 w 6980873"/>
              <a:gd name="connsiteY2-36" fmla="*/ 6268120 h 6268120"/>
              <a:gd name="connsiteX3-37" fmla="*/ 0 w 6980873"/>
              <a:gd name="connsiteY3-38" fmla="*/ 6257448 h 6268120"/>
              <a:gd name="connsiteX4-39" fmla="*/ 0 w 6980873"/>
              <a:gd name="connsiteY4-40" fmla="*/ 0 h 6268120"/>
              <a:gd name="connsiteX0-41" fmla="*/ 0 w 6980873"/>
              <a:gd name="connsiteY0-42" fmla="*/ 0 h 6257448"/>
              <a:gd name="connsiteX1-43" fmla="*/ 6980873 w 6980873"/>
              <a:gd name="connsiteY1-44" fmla="*/ 0 h 6257448"/>
              <a:gd name="connsiteX2-45" fmla="*/ 3309398 w 6980873"/>
              <a:gd name="connsiteY2-46" fmla="*/ 6236105 h 6257448"/>
              <a:gd name="connsiteX3-47" fmla="*/ 0 w 6980873"/>
              <a:gd name="connsiteY3-48" fmla="*/ 6257448 h 6257448"/>
              <a:gd name="connsiteX4-49" fmla="*/ 0 w 6980873"/>
              <a:gd name="connsiteY4-50" fmla="*/ 0 h 6257448"/>
              <a:gd name="connsiteX0-51" fmla="*/ 0 w 6980873"/>
              <a:gd name="connsiteY0-52" fmla="*/ 0 h 6257448"/>
              <a:gd name="connsiteX1-53" fmla="*/ 6980873 w 6980873"/>
              <a:gd name="connsiteY1-54" fmla="*/ 0 h 6257448"/>
              <a:gd name="connsiteX2-55" fmla="*/ 3736314 w 6980873"/>
              <a:gd name="connsiteY2-56" fmla="*/ 6236105 h 6257448"/>
              <a:gd name="connsiteX3-57" fmla="*/ 0 w 6980873"/>
              <a:gd name="connsiteY3-58" fmla="*/ 6257448 h 6257448"/>
              <a:gd name="connsiteX4-59" fmla="*/ 0 w 6980873"/>
              <a:gd name="connsiteY4-60" fmla="*/ 0 h 6257448"/>
              <a:gd name="connsiteX0-61" fmla="*/ 0 w 6980873"/>
              <a:gd name="connsiteY0-62" fmla="*/ 0 h 6257449"/>
              <a:gd name="connsiteX1-63" fmla="*/ 6980873 w 6980873"/>
              <a:gd name="connsiteY1-64" fmla="*/ 0 h 6257449"/>
              <a:gd name="connsiteX2-65" fmla="*/ 3736314 w 6980873"/>
              <a:gd name="connsiteY2-66" fmla="*/ 6257449 h 6257449"/>
              <a:gd name="connsiteX3-67" fmla="*/ 0 w 6980873"/>
              <a:gd name="connsiteY3-68" fmla="*/ 6257448 h 6257449"/>
              <a:gd name="connsiteX4-69" fmla="*/ 0 w 6980873"/>
              <a:gd name="connsiteY4-70" fmla="*/ 0 h 6257449"/>
              <a:gd name="connsiteX0-71" fmla="*/ 0 w 6404537"/>
              <a:gd name="connsiteY0-72" fmla="*/ 0 h 6257449"/>
              <a:gd name="connsiteX1-73" fmla="*/ 6404537 w 6404537"/>
              <a:gd name="connsiteY1-74" fmla="*/ 10672 h 6257449"/>
              <a:gd name="connsiteX2-75" fmla="*/ 3736314 w 6404537"/>
              <a:gd name="connsiteY2-76" fmla="*/ 6257449 h 6257449"/>
              <a:gd name="connsiteX3-77" fmla="*/ 0 w 6404537"/>
              <a:gd name="connsiteY3-78" fmla="*/ 6257448 h 6257449"/>
              <a:gd name="connsiteX4-79" fmla="*/ 0 w 6404537"/>
              <a:gd name="connsiteY4-80" fmla="*/ 0 h 625744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04537" h="6257449">
                <a:moveTo>
                  <a:pt x="0" y="0"/>
                </a:moveTo>
                <a:lnTo>
                  <a:pt x="6404537" y="10672"/>
                </a:lnTo>
                <a:lnTo>
                  <a:pt x="3736314" y="6257449"/>
                </a:lnTo>
                <a:lnTo>
                  <a:pt x="0" y="6257448"/>
                </a:lnTo>
                <a:lnTo>
                  <a:pt x="0" y="0"/>
                </a:lnTo>
                <a:close/>
              </a:path>
            </a:pathLst>
          </a:custGeom>
          <a:blipFill rotWithShape="1">
            <a:blip r:embed="rId2"/>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cxnSp>
        <p:nvCxnSpPr>
          <p:cNvPr id="4" name="Conector recto 3"/>
          <p:cNvCxnSpPr/>
          <p:nvPr userDrawn="1"/>
        </p:nvCxnSpPr>
        <p:spPr>
          <a:xfrm>
            <a:off x="0" y="6818400"/>
            <a:ext cx="12143205" cy="0"/>
          </a:xfrm>
          <a:prstGeom prst="line">
            <a:avLst/>
          </a:prstGeom>
          <a:ln w="82550" cap="sq" cmpd="sng">
            <a:gradFill flip="none" rotWithShape="1">
              <a:gsLst>
                <a:gs pos="0">
                  <a:srgbClr val="9AAE04"/>
                </a:gs>
                <a:gs pos="100000">
                  <a:srgbClr val="1994A4"/>
                </a:gs>
              </a:gsLst>
              <a:lin ang="0" scaled="1"/>
              <a:tileRect/>
            </a:gradFill>
          </a:ln>
          <a:effectLst/>
        </p:spPr>
        <p:style>
          <a:lnRef idx="2">
            <a:schemeClr val="accent1"/>
          </a:lnRef>
          <a:fillRef idx="0">
            <a:schemeClr val="accent1"/>
          </a:fillRef>
          <a:effectRef idx="1">
            <a:schemeClr val="accent1"/>
          </a:effectRef>
          <a:fontRef idx="minor">
            <a:schemeClr val="tx1"/>
          </a:fontRef>
        </p:style>
      </p:cxnSp>
      <p:pic>
        <p:nvPicPr>
          <p:cNvPr id="7" name="16 Imagen"/>
          <p:cNvPicPr>
            <a:picLocks noChangeAspect="1"/>
          </p:cNvPicPr>
          <p:nvPr userDrawn="1"/>
        </p:nvPicPr>
        <p:blipFill>
          <a:blip r:embed="rId3"/>
          <a:stretch>
            <a:fillRect/>
          </a:stretch>
        </p:blipFill>
        <p:spPr>
          <a:xfrm>
            <a:off x="10211062" y="228539"/>
            <a:ext cx="1413999" cy="1189099"/>
          </a:xfrm>
          <a:prstGeom prst="rect">
            <a:avLst/>
          </a:prstGeom>
        </p:spPr>
      </p:pic>
      <p:sp>
        <p:nvSpPr>
          <p:cNvPr id="13" name="Rectángulo 12"/>
          <p:cNvSpPr/>
          <p:nvPr userDrawn="1"/>
        </p:nvSpPr>
        <p:spPr>
          <a:xfrm>
            <a:off x="11466286" y="6302895"/>
            <a:ext cx="391885" cy="40270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Marcador de texto 5"/>
          <p:cNvSpPr>
            <a:spLocks noGrp="1"/>
          </p:cNvSpPr>
          <p:nvPr>
            <p:ph type="body" sz="quarter" idx="10" hasCustomPrompt="1"/>
          </p:nvPr>
        </p:nvSpPr>
        <p:spPr>
          <a:xfrm>
            <a:off x="7170738" y="4532400"/>
            <a:ext cx="4078287" cy="1179512"/>
          </a:xfrm>
        </p:spPr>
        <p:txBody>
          <a:bodyPr/>
          <a:lstStyle/>
          <a:p>
            <a:r>
              <a:rPr lang="es-ES" sz="1400" b="1" dirty="0" err="1" smtClean="0">
                <a:solidFill>
                  <a:srgbClr val="9AAE04"/>
                </a:solidFill>
                <a:latin typeface="Century Gothic" panose="020B0502020202020204" pitchFamily="34" charset="0"/>
                <a:cs typeface="Arial"/>
              </a:rPr>
              <a:t>Lorem</a:t>
            </a:r>
            <a:r>
              <a:rPr lang="es-ES" sz="1400" b="1" dirty="0" smtClean="0">
                <a:solidFill>
                  <a:srgbClr val="9AAE04"/>
                </a:solidFill>
                <a:latin typeface="Century Gothic" panose="020B0502020202020204" pitchFamily="34" charset="0"/>
                <a:cs typeface="Arial"/>
              </a:rPr>
              <a:t> </a:t>
            </a:r>
            <a:r>
              <a:rPr lang="es-ES" sz="1400" b="1" dirty="0" err="1" smtClean="0">
                <a:solidFill>
                  <a:srgbClr val="9AAE04"/>
                </a:solidFill>
                <a:latin typeface="Century Gothic" panose="020B0502020202020204" pitchFamily="34" charset="0"/>
                <a:cs typeface="Arial"/>
              </a:rPr>
              <a:t>ipsum</a:t>
            </a:r>
            <a:r>
              <a:rPr lang="es-ES" sz="1400" b="1" dirty="0" smtClean="0">
                <a:solidFill>
                  <a:srgbClr val="9AAE04"/>
                </a:solidFill>
                <a:latin typeface="Century Gothic" panose="020B0502020202020204" pitchFamily="34" charset="0"/>
                <a:cs typeface="Arial"/>
              </a:rPr>
              <a:t>, </a:t>
            </a:r>
            <a:r>
              <a:rPr lang="es-ES" sz="1400" b="1" dirty="0" err="1" smtClean="0">
                <a:solidFill>
                  <a:srgbClr val="9AAE04"/>
                </a:solidFill>
                <a:latin typeface="Century Gothic" panose="020B0502020202020204" pitchFamily="34" charset="0"/>
                <a:cs typeface="Arial"/>
              </a:rPr>
              <a:t>lorem</a:t>
            </a:r>
            <a:r>
              <a:rPr lang="es-ES" sz="1400" b="1" dirty="0" smtClean="0">
                <a:solidFill>
                  <a:srgbClr val="9AAE04"/>
                </a:solidFill>
                <a:latin typeface="Century Gothic" panose="020B0502020202020204" pitchFamily="34" charset="0"/>
                <a:cs typeface="Arial"/>
              </a:rPr>
              <a:t> </a:t>
            </a:r>
            <a:r>
              <a:rPr lang="es-ES" sz="1400" b="1" dirty="0" err="1" smtClean="0">
                <a:solidFill>
                  <a:srgbClr val="9AAE04"/>
                </a:solidFill>
                <a:latin typeface="Century Gothic" panose="020B0502020202020204" pitchFamily="34" charset="0"/>
                <a:cs typeface="Arial"/>
              </a:rPr>
              <a:t>ipsum</a:t>
            </a:r>
            <a:r>
              <a:rPr lang="es-ES" sz="1400" b="1" dirty="0" smtClean="0">
                <a:solidFill>
                  <a:srgbClr val="9AAE04"/>
                </a:solidFill>
                <a:latin typeface="Century Gothic" panose="020B0502020202020204" pitchFamily="34" charset="0"/>
                <a:cs typeface="Arial"/>
              </a:rPr>
              <a:t>, </a:t>
            </a:r>
            <a:endParaRPr lang="es-ES" sz="1400" b="1" dirty="0" smtClean="0">
              <a:solidFill>
                <a:srgbClr val="9AAE04"/>
              </a:solidFill>
              <a:latin typeface="Century Gothic" panose="020B0502020202020204" pitchFamily="34" charset="0"/>
              <a:cs typeface="Arial"/>
            </a:endParaRPr>
          </a:p>
          <a:p>
            <a:r>
              <a:rPr lang="es-ES" sz="1400" b="1" dirty="0" err="1" smtClean="0">
                <a:solidFill>
                  <a:srgbClr val="9AAE04"/>
                </a:solidFill>
                <a:latin typeface="Century Gothic" panose="020B0502020202020204" pitchFamily="34" charset="0"/>
                <a:cs typeface="Arial"/>
              </a:rPr>
              <a:t>Lorem</a:t>
            </a:r>
            <a:r>
              <a:rPr lang="es-ES" sz="1400" b="1" dirty="0" smtClean="0">
                <a:solidFill>
                  <a:srgbClr val="9AAE04"/>
                </a:solidFill>
                <a:latin typeface="Century Gothic" panose="020B0502020202020204" pitchFamily="34" charset="0"/>
                <a:cs typeface="Arial"/>
              </a:rPr>
              <a:t> </a:t>
            </a:r>
            <a:r>
              <a:rPr lang="es-ES" sz="1400" b="1" dirty="0" err="1" smtClean="0">
                <a:solidFill>
                  <a:srgbClr val="9AAE04"/>
                </a:solidFill>
                <a:latin typeface="Century Gothic" panose="020B0502020202020204" pitchFamily="34" charset="0"/>
                <a:cs typeface="Arial"/>
              </a:rPr>
              <a:t>ipsum</a:t>
            </a:r>
            <a:r>
              <a:rPr lang="es-ES" sz="1400" b="1" dirty="0" smtClean="0">
                <a:solidFill>
                  <a:srgbClr val="9AAE04"/>
                </a:solidFill>
                <a:latin typeface="Century Gothic" panose="020B0502020202020204" pitchFamily="34" charset="0"/>
                <a:cs typeface="Arial"/>
              </a:rPr>
              <a:t>:</a:t>
            </a:r>
            <a:endParaRPr lang="es-ES" sz="1400" b="1" dirty="0" smtClean="0">
              <a:solidFill>
                <a:srgbClr val="9AAE04"/>
              </a:solidFill>
              <a:latin typeface="Century Gothic" panose="020B0502020202020204" pitchFamily="34" charset="0"/>
              <a:cs typeface="Arial"/>
            </a:endParaRPr>
          </a:p>
          <a:p>
            <a:r>
              <a:rPr lang="es-ES" sz="1050" dirty="0" err="1" smtClean="0">
                <a:latin typeface="Arial"/>
                <a:cs typeface="Arial"/>
              </a:rPr>
              <a:t>Name</a:t>
            </a:r>
            <a:endParaRPr lang="es-ES" sz="1050" dirty="0" smtClean="0">
              <a:latin typeface="Arial"/>
              <a:cs typeface="Arial"/>
            </a:endParaRPr>
          </a:p>
          <a:p>
            <a:r>
              <a:rPr lang="es-ES" sz="1050" dirty="0" smtClean="0">
                <a:latin typeface="Arial"/>
                <a:cs typeface="Arial"/>
              </a:rPr>
              <a:t>email</a:t>
            </a:r>
            <a:endParaRPr lang="es-ES" sz="1050" dirty="0" smtClean="0">
              <a:latin typeface="Arial"/>
              <a:cs typeface="Arial"/>
            </a:endParaRPr>
          </a:p>
          <a:p>
            <a:r>
              <a:rPr lang="es-ES" sz="1050" dirty="0" err="1" smtClean="0">
                <a:latin typeface="Arial"/>
                <a:cs typeface="Arial"/>
              </a:rPr>
              <a:t>phone</a:t>
            </a:r>
            <a:endParaRPr lang="es-ES" sz="1050" dirty="0" smtClean="0">
              <a:latin typeface="Arial"/>
              <a:cs typeface="Arial"/>
            </a:endParaRPr>
          </a:p>
          <a:p>
            <a:pPr lvl="0"/>
            <a:endParaRPr lang="es-ES" dirty="0"/>
          </a:p>
        </p:txBody>
      </p:sp>
    </p:spTree>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a:xfrm>
            <a:off x="838200" y="6356350"/>
            <a:ext cx="2743200" cy="365125"/>
          </a:xfrm>
          <a:prstGeom prst="rect">
            <a:avLst/>
          </a:prstGeom>
        </p:spPr>
        <p:txBody>
          <a:bodyPr/>
          <a:lstStyle/>
          <a:p>
            <a:fld id="{2CCA68A1-CB6C-419A-9ADD-06638ACE9486}" type="datetimeFigureOut">
              <a:rPr lang="es-ES" smtClean="0"/>
            </a:fld>
            <a:endParaRPr lang="es-ES"/>
          </a:p>
        </p:txBody>
      </p:sp>
      <p:sp>
        <p:nvSpPr>
          <p:cNvPr id="4" name="Marcador de pie de página 3"/>
          <p:cNvSpPr>
            <a:spLocks noGrp="1"/>
          </p:cNvSpPr>
          <p:nvPr>
            <p:ph type="ftr" sz="quarter" idx="11"/>
          </p:nvPr>
        </p:nvSpPr>
        <p:spPr>
          <a:xfrm>
            <a:off x="4038600" y="6356350"/>
            <a:ext cx="4114800" cy="365125"/>
          </a:xfrm>
          <a:prstGeom prst="rect">
            <a:avLst/>
          </a:prstGeom>
        </p:spPr>
        <p:txBody>
          <a:bodyPr/>
          <a:lstStyle/>
          <a:p>
            <a:endParaRPr lang="es-ES"/>
          </a:p>
        </p:txBody>
      </p:sp>
      <p:sp>
        <p:nvSpPr>
          <p:cNvPr id="5" name="Marcador de número de diapositiva 4"/>
          <p:cNvSpPr>
            <a:spLocks noGrp="1"/>
          </p:cNvSpPr>
          <p:nvPr>
            <p:ph type="sldNum" sz="quarter" idx="12"/>
          </p:nvPr>
        </p:nvSpPr>
        <p:spPr>
          <a:xfrm>
            <a:off x="8610600" y="6356350"/>
            <a:ext cx="2743200" cy="365125"/>
          </a:xfrm>
          <a:prstGeom prst="rect">
            <a:avLst/>
          </a:prstGeom>
        </p:spPr>
        <p:txBody>
          <a:bodyPr/>
          <a:lstStyle/>
          <a:p>
            <a:fld id="{DFFE014A-42AF-4CBA-8806-6CFF3F7BEDCB}" type="slidenum">
              <a:rPr lang="es-ES" smtClean="0"/>
            </a:fld>
            <a:endParaRPr lang="es-E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Portada servidores 2">
    <p:spTree>
      <p:nvGrpSpPr>
        <p:cNvPr id="1" name=""/>
        <p:cNvGrpSpPr/>
        <p:nvPr/>
      </p:nvGrpSpPr>
      <p:grpSpPr>
        <a:xfrm>
          <a:off x="0" y="0"/>
          <a:ext cx="0" cy="0"/>
          <a:chOff x="0" y="0"/>
          <a:chExt cx="0" cy="0"/>
        </a:xfrm>
      </p:grpSpPr>
      <p:pic>
        <p:nvPicPr>
          <p:cNvPr id="8" name="Imagen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3" y="0"/>
            <a:ext cx="12215677" cy="6858593"/>
          </a:xfrm>
          <a:prstGeom prst="rect">
            <a:avLst/>
          </a:prstGeom>
        </p:spPr>
      </p:pic>
    </p:spTree>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Separación de capítulo">
    <p:spTree>
      <p:nvGrpSpPr>
        <p:cNvPr id="1" name=""/>
        <p:cNvGrpSpPr/>
        <p:nvPr/>
      </p:nvGrpSpPr>
      <p:grpSpPr>
        <a:xfrm>
          <a:off x="0" y="0"/>
          <a:ext cx="0" cy="0"/>
          <a:chOff x="0" y="0"/>
          <a:chExt cx="0" cy="0"/>
        </a:xfrm>
      </p:grpSpPr>
      <p:sp>
        <p:nvSpPr>
          <p:cNvPr id="4" name="Marcador de texto 3"/>
          <p:cNvSpPr>
            <a:spLocks noGrp="1"/>
          </p:cNvSpPr>
          <p:nvPr>
            <p:ph type="body" sz="quarter" idx="11" hasCustomPrompt="1"/>
          </p:nvPr>
        </p:nvSpPr>
        <p:spPr>
          <a:xfrm>
            <a:off x="7010629" y="3112634"/>
            <a:ext cx="4822144" cy="1415823"/>
          </a:xfrm>
        </p:spPr>
        <p:txBody>
          <a:bodyPr>
            <a:normAutofit/>
          </a:bodyPr>
          <a:lstStyle>
            <a:lvl1pPr marL="0" indent="0">
              <a:buNone/>
              <a:defRPr sz="4000" b="0" i="0" baseline="0">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es-ES" noProof="0" dirty="0"/>
              <a:t>Clic para editar el título.</a:t>
            </a:r>
            <a:endParaRPr lang="es-ES" noProof="0" dirty="0"/>
          </a:p>
        </p:txBody>
      </p:sp>
      <p:sp>
        <p:nvSpPr>
          <p:cNvPr id="9" name="Marcador de texto 3"/>
          <p:cNvSpPr>
            <a:spLocks noGrp="1"/>
          </p:cNvSpPr>
          <p:nvPr>
            <p:ph type="body" sz="quarter" idx="12" hasCustomPrompt="1"/>
          </p:nvPr>
        </p:nvSpPr>
        <p:spPr>
          <a:xfrm>
            <a:off x="7010629" y="2536372"/>
            <a:ext cx="4822144" cy="663349"/>
          </a:xfrm>
        </p:spPr>
        <p:txBody>
          <a:bodyPr anchor="b">
            <a:noAutofit/>
          </a:bodyPr>
          <a:lstStyle>
            <a:lvl1pPr marL="0" indent="0">
              <a:buNone/>
              <a:defRPr sz="4000" b="1" i="0" baseline="0">
                <a:solidFill>
                  <a:schemeClr val="tx1">
                    <a:lumMod val="50000"/>
                    <a:lumOff val="50000"/>
                  </a:schemeClr>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es-ES" noProof="0" dirty="0"/>
              <a:t>Nº de capítulo</a:t>
            </a:r>
            <a:endParaRPr lang="es-ES" noProof="0" dirty="0"/>
          </a:p>
        </p:txBody>
      </p:sp>
      <p:sp>
        <p:nvSpPr>
          <p:cNvPr id="8" name="Picture Placeholder 2"/>
          <p:cNvSpPr>
            <a:spLocks noGrp="1"/>
          </p:cNvSpPr>
          <p:nvPr>
            <p:ph type="pic" sz="quarter" idx="13" hasCustomPrompt="1"/>
          </p:nvPr>
        </p:nvSpPr>
        <p:spPr>
          <a:xfrm>
            <a:off x="15652" y="0"/>
            <a:ext cx="7068312" cy="6867144"/>
          </a:xfrm>
          <a:custGeom>
            <a:avLst/>
            <a:gdLst>
              <a:gd name="connsiteX0" fmla="*/ 0 w 11471920"/>
              <a:gd name="connsiteY0" fmla="*/ 0 h 13716000"/>
              <a:gd name="connsiteX1" fmla="*/ 11471920 w 11471920"/>
              <a:gd name="connsiteY1" fmla="*/ 0 h 13716000"/>
              <a:gd name="connsiteX2" fmla="*/ 11471920 w 11471920"/>
              <a:gd name="connsiteY2" fmla="*/ 13716000 h 13716000"/>
              <a:gd name="connsiteX3" fmla="*/ 0 w 11471920"/>
              <a:gd name="connsiteY3" fmla="*/ 13716000 h 13716000"/>
              <a:gd name="connsiteX4" fmla="*/ 0 w 11471920"/>
              <a:gd name="connsiteY4" fmla="*/ 0 h 13716000"/>
              <a:gd name="connsiteX0-1" fmla="*/ 0 w 14319623"/>
              <a:gd name="connsiteY0-2" fmla="*/ 0 h 13716000"/>
              <a:gd name="connsiteX1-3" fmla="*/ 11471920 w 14319623"/>
              <a:gd name="connsiteY1-4" fmla="*/ 0 h 13716000"/>
              <a:gd name="connsiteX2-5" fmla="*/ 14319623 w 14319623"/>
              <a:gd name="connsiteY2-6" fmla="*/ 13716000 h 13716000"/>
              <a:gd name="connsiteX3-7" fmla="*/ 0 w 14319623"/>
              <a:gd name="connsiteY3-8" fmla="*/ 13716000 h 13716000"/>
              <a:gd name="connsiteX4-9" fmla="*/ 0 w 14319623"/>
              <a:gd name="connsiteY4-10" fmla="*/ 0 h 13716000"/>
              <a:gd name="connsiteX0-11" fmla="*/ 0 w 15077269"/>
              <a:gd name="connsiteY0-12" fmla="*/ 0 h 13716000"/>
              <a:gd name="connsiteX1-13" fmla="*/ 11471920 w 15077269"/>
              <a:gd name="connsiteY1-14" fmla="*/ 0 h 13716000"/>
              <a:gd name="connsiteX2-15" fmla="*/ 15077269 w 15077269"/>
              <a:gd name="connsiteY2-16" fmla="*/ 13716000 h 13716000"/>
              <a:gd name="connsiteX3-17" fmla="*/ 0 w 15077269"/>
              <a:gd name="connsiteY3-18" fmla="*/ 13716000 h 13716000"/>
              <a:gd name="connsiteX4-19" fmla="*/ 0 w 15077269"/>
              <a:gd name="connsiteY4-20" fmla="*/ 0 h 13716000"/>
              <a:gd name="connsiteX0-21" fmla="*/ 0 w 15077269"/>
              <a:gd name="connsiteY0-22" fmla="*/ 26126 h 13742126"/>
              <a:gd name="connsiteX1-23" fmla="*/ 10035005 w 15077269"/>
              <a:gd name="connsiteY1-24" fmla="*/ 0 h 13742126"/>
              <a:gd name="connsiteX2-25" fmla="*/ 15077269 w 15077269"/>
              <a:gd name="connsiteY2-26" fmla="*/ 13742126 h 13742126"/>
              <a:gd name="connsiteX3-27" fmla="*/ 0 w 15077269"/>
              <a:gd name="connsiteY3-28" fmla="*/ 13742126 h 13742126"/>
              <a:gd name="connsiteX4-29" fmla="*/ 0 w 15077269"/>
              <a:gd name="connsiteY4-30" fmla="*/ 26126 h 13742126"/>
              <a:gd name="connsiteX0-31" fmla="*/ 0 w 16294814"/>
              <a:gd name="connsiteY0-32" fmla="*/ 26126 h 13760449"/>
              <a:gd name="connsiteX1-33" fmla="*/ 10035005 w 16294814"/>
              <a:gd name="connsiteY1-34" fmla="*/ 0 h 13760449"/>
              <a:gd name="connsiteX2-35" fmla="*/ 16294814 w 16294814"/>
              <a:gd name="connsiteY2-36" fmla="*/ 13760449 h 13760449"/>
              <a:gd name="connsiteX3-37" fmla="*/ 0 w 16294814"/>
              <a:gd name="connsiteY3-38" fmla="*/ 13742126 h 13760449"/>
              <a:gd name="connsiteX4-39" fmla="*/ 0 w 16294814"/>
              <a:gd name="connsiteY4-40" fmla="*/ 26126 h 13760449"/>
              <a:gd name="connsiteX0-41" fmla="*/ 0 w 15686041"/>
              <a:gd name="connsiteY0-42" fmla="*/ 26126 h 13760449"/>
              <a:gd name="connsiteX1-43" fmla="*/ 10035005 w 15686041"/>
              <a:gd name="connsiteY1-44" fmla="*/ 0 h 13760449"/>
              <a:gd name="connsiteX2-45" fmla="*/ 15686041 w 15686041"/>
              <a:gd name="connsiteY2-46" fmla="*/ 13760449 h 13760449"/>
              <a:gd name="connsiteX3-47" fmla="*/ 0 w 15686041"/>
              <a:gd name="connsiteY3-48" fmla="*/ 13742126 h 13760449"/>
              <a:gd name="connsiteX4-49" fmla="*/ 0 w 15686041"/>
              <a:gd name="connsiteY4-50" fmla="*/ 26126 h 1376044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686041" h="13760449">
                <a:moveTo>
                  <a:pt x="0" y="26126"/>
                </a:moveTo>
                <a:lnTo>
                  <a:pt x="10035005" y="0"/>
                </a:lnTo>
                <a:lnTo>
                  <a:pt x="15686041" y="13760449"/>
                </a:lnTo>
                <a:lnTo>
                  <a:pt x="0" y="13742126"/>
                </a:lnTo>
                <a:lnTo>
                  <a:pt x="0" y="26126"/>
                </a:lnTo>
                <a:close/>
              </a:path>
            </a:pathLst>
          </a:custGeom>
          <a:noFill/>
          <a:ln w="57150">
            <a:noFill/>
          </a:ln>
        </p:spPr>
        <p:txBody>
          <a:bodyPr vert="horz" lIns="91440" tIns="45720" rIns="91440" bIns="45720" rtlCol="0" anchor="ctr">
            <a:normAutofit/>
          </a:bodyPr>
          <a:lstStyle>
            <a:lvl1pPr marL="0" marR="0" indent="0" algn="ctr" defTabSz="914400" rtl="0" eaLnBrk="1" fontAlgn="auto" latinLnBrk="0" hangingPunct="1">
              <a:lnSpc>
                <a:spcPct val="100000"/>
              </a:lnSpc>
              <a:spcBef>
                <a:spcPct val="20000"/>
              </a:spcBef>
              <a:spcAft>
                <a:spcPts val="0"/>
              </a:spcAft>
              <a:buClrTx/>
              <a:buSzTx/>
              <a:buFont typeface="Arial" panose="02080604020202020204" pitchFamily="34" charset="0"/>
              <a:buNone/>
              <a:defRPr lang="en-US" sz="2000" baseline="0" dirty="0">
                <a:solidFill>
                  <a:schemeClr val="tx1"/>
                </a:solidFill>
                <a:latin typeface="Avenir Book" charset="0"/>
                <a:ea typeface="Avenir Book" charset="0"/>
                <a:cs typeface="Avenir Book" charset="0"/>
              </a:defRPr>
            </a:lvl1pPr>
          </a:lstStyle>
          <a:p>
            <a:r>
              <a:rPr lang="es-ES_tradnl" dirty="0"/>
              <a:t>Arrastre y suelte aquí una imagen.</a:t>
            </a:r>
            <a:endParaRPr lang="es-ES_tradnl"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Diapositiva con contenido general">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407368" y="202881"/>
            <a:ext cx="9433048" cy="523220"/>
          </a:xfrm>
        </p:spPr>
        <p:txBody>
          <a:bodyPr/>
          <a:lstStyle>
            <a:lvl1pPr>
              <a:defRPr sz="2800" b="1" i="0">
                <a:latin typeface="Century Gothic" panose="020B0502020202020204" pitchFamily="34" charset="0"/>
                <a:ea typeface="Century Gothic" panose="020B0502020202020204" pitchFamily="34" charset="0"/>
                <a:cs typeface="Century Gothic" panose="020B0502020202020204" pitchFamily="34" charset="0"/>
              </a:defRPr>
            </a:lvl1pPr>
          </a:lstStyle>
          <a:p>
            <a:r>
              <a:rPr lang="es-ES_tradnl"/>
              <a:t>Clic para editar título</a:t>
            </a:r>
            <a:endParaRPr lang="es-ES_tradnl"/>
          </a:p>
        </p:txBody>
      </p:sp>
      <p:sp>
        <p:nvSpPr>
          <p:cNvPr id="7" name="Marcador de contenido 6"/>
          <p:cNvSpPr>
            <a:spLocks noGrp="1"/>
          </p:cNvSpPr>
          <p:nvPr>
            <p:ph sz="quarter" idx="15" hasCustomPrompt="1"/>
          </p:nvPr>
        </p:nvSpPr>
        <p:spPr>
          <a:xfrm>
            <a:off x="407368" y="1404518"/>
            <a:ext cx="11400457" cy="4830236"/>
          </a:xfrm>
        </p:spPr>
        <p:txBody>
          <a:bodyPr>
            <a:normAutofit/>
          </a:bodyPr>
          <a:lstStyle>
            <a:lvl1pPr marL="285750" indent="-285750">
              <a:buFont typeface="Arial" panose="02080604020202020204" pitchFamily="34" charset="0"/>
              <a:buChar char="•"/>
              <a:defRPr sz="1400">
                <a:latin typeface="Century Gothic" panose="020B0502020202020204" pitchFamily="34" charset="0"/>
                <a:ea typeface="Century Gothic" panose="020B0502020202020204" pitchFamily="34" charset="0"/>
                <a:cs typeface="Century Gothic" panose="020B0502020202020204" pitchFamily="34" charset="0"/>
              </a:defRPr>
            </a:lvl1pPr>
            <a:lvl2pPr>
              <a:defRPr sz="1400">
                <a:latin typeface="Century Gothic" panose="020B0502020202020204" pitchFamily="34" charset="0"/>
                <a:ea typeface="Century Gothic" panose="020B0502020202020204" pitchFamily="34" charset="0"/>
                <a:cs typeface="Century Gothic" panose="020B0502020202020204" pitchFamily="34" charset="0"/>
              </a:defRPr>
            </a:lvl2pPr>
            <a:lvl3pPr>
              <a:defRPr sz="1400">
                <a:latin typeface="Century Gothic" panose="020B0502020202020204" pitchFamily="34" charset="0"/>
                <a:ea typeface="Century Gothic" panose="020B0502020202020204" pitchFamily="34" charset="0"/>
                <a:cs typeface="Century Gothic" panose="020B0502020202020204" pitchFamily="34" charset="0"/>
              </a:defRPr>
            </a:lvl3pPr>
            <a:lvl4pPr>
              <a:defRPr sz="1400">
                <a:latin typeface="Century Gothic" panose="020B0502020202020204" pitchFamily="34" charset="0"/>
                <a:ea typeface="Century Gothic" panose="020B0502020202020204" pitchFamily="34" charset="0"/>
                <a:cs typeface="Century Gothic" panose="020B0502020202020204" pitchFamily="34" charset="0"/>
              </a:defRPr>
            </a:lvl4pPr>
            <a:lvl5pPr>
              <a:defRPr sz="1400">
                <a:latin typeface="Century Gothic" panose="020B0502020202020204" pitchFamily="34" charset="0"/>
                <a:ea typeface="Century Gothic" panose="020B0502020202020204" pitchFamily="34" charset="0"/>
                <a:cs typeface="Century Gothic" panose="020B0502020202020204" pitchFamily="34" charset="0"/>
              </a:defRPr>
            </a:lvl5pPr>
          </a:lstStyle>
          <a:p>
            <a:pPr lvl="0"/>
            <a:r>
              <a:rPr lang="es-ES_tradnl"/>
              <a:t>Haga clic para modificar el estilo de texto del patrón</a:t>
            </a:r>
            <a:endParaRPr lang="es-ES_tradnl"/>
          </a:p>
          <a:p>
            <a:pPr lvl="1"/>
            <a:r>
              <a:rPr lang="es-ES_tradnl"/>
              <a:t>Segundo nivel</a:t>
            </a:r>
            <a:endParaRPr lang="es-ES_tradnl"/>
          </a:p>
          <a:p>
            <a:pPr lvl="2"/>
            <a:r>
              <a:rPr lang="es-ES_tradnl"/>
              <a:t>Tercer nivel</a:t>
            </a:r>
            <a:endParaRPr lang="es-ES_tradnl"/>
          </a:p>
          <a:p>
            <a:pPr lvl="3"/>
            <a:r>
              <a:rPr lang="es-ES_tradnl"/>
              <a:t>Cuarto nivel</a:t>
            </a:r>
            <a:endParaRPr lang="es-ES_tradnl"/>
          </a:p>
          <a:p>
            <a:pPr lvl="4"/>
            <a:r>
              <a:rPr lang="es-ES_tradnl"/>
              <a:t>Quinto nivel</a:t>
            </a:r>
            <a:endParaRPr lang="es-ES_tradnl"/>
          </a:p>
        </p:txBody>
      </p:sp>
      <p:sp>
        <p:nvSpPr>
          <p:cNvPr id="13" name="Marcador de texto 9"/>
          <p:cNvSpPr>
            <a:spLocks noGrp="1"/>
          </p:cNvSpPr>
          <p:nvPr>
            <p:ph type="body" sz="quarter" idx="16" hasCustomPrompt="1"/>
          </p:nvPr>
        </p:nvSpPr>
        <p:spPr>
          <a:xfrm>
            <a:off x="407368" y="726101"/>
            <a:ext cx="9433048" cy="347889"/>
          </a:xfrm>
        </p:spPr>
        <p:txBody>
          <a:bodyPr>
            <a:noAutofit/>
          </a:bodyPr>
          <a:lstStyle>
            <a:lvl1pPr marL="0" indent="0">
              <a:buNone/>
              <a:defRPr sz="2000" b="1" i="0" baseline="0">
                <a:solidFill>
                  <a:schemeClr val="tx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es-ES_tradnl"/>
              <a:t>Clic para editar subtítulo</a:t>
            </a:r>
            <a:endParaRPr lang="es-ES_tradnl"/>
          </a:p>
        </p:txBody>
      </p:sp>
      <p:sp>
        <p:nvSpPr>
          <p:cNvPr id="14" name="Rectangle 13"/>
          <p:cNvSpPr/>
          <p:nvPr userDrawn="1"/>
        </p:nvSpPr>
        <p:spPr bwMode="auto">
          <a:xfrm>
            <a:off x="0" y="0"/>
            <a:ext cx="119336" cy="6858000"/>
          </a:xfrm>
          <a:prstGeom prst="rect">
            <a:avLst/>
          </a:prstGeom>
          <a:solidFill>
            <a:srgbClr val="9AAE04"/>
          </a:solidFill>
          <a:ln>
            <a:noFill/>
          </a:ln>
        </p:spPr>
        <p:txBody>
          <a:bodyPr vert="horz" wrap="square" lIns="91440" tIns="45720" rIns="91440" bIns="45720" numCol="1" rtlCol="0" anchor="t" anchorCtr="0" compatLnSpc="1"/>
          <a:lstStyle/>
          <a:p>
            <a:pPr algn="ctr"/>
            <a:endParaRPr lang="es-ES_tradnl" dirty="0">
              <a:latin typeface="Avenir Book" charset="0"/>
              <a:ea typeface="Avenir Book" charset="0"/>
              <a:cs typeface="Avenir Book" charset="0"/>
            </a:endParaRPr>
          </a:p>
        </p:txBody>
      </p:sp>
      <p:sp>
        <p:nvSpPr>
          <p:cNvPr id="12" name="Slide Number Placeholder 5"/>
          <p:cNvSpPr>
            <a:spLocks noGrp="1"/>
          </p:cNvSpPr>
          <p:nvPr>
            <p:ph type="sldNum" sz="quarter" idx="17"/>
          </p:nvPr>
        </p:nvSpPr>
        <p:spPr>
          <a:xfrm>
            <a:off x="11670889" y="6385343"/>
            <a:ext cx="648929" cy="246221"/>
          </a:xfrm>
          <a:prstGeom prst="rect">
            <a:avLst/>
          </a:prstGeom>
        </p:spPr>
        <p:txBody>
          <a:bodyPr wrap="square">
            <a:spAutoFit/>
          </a:bodyPr>
          <a:lstStyle>
            <a:lvl1pPr algn="l">
              <a:defRPr lang="id-ID" sz="1000" smtClean="0">
                <a:solidFill>
                  <a:srgbClr val="9AAF04"/>
                </a:solidFill>
                <a:latin typeface="Avenir Next" charset="0"/>
                <a:ea typeface="Avenir Next" charset="0"/>
                <a:cs typeface="Avenir Next" charset="0"/>
              </a:defRPr>
            </a:lvl1pPr>
          </a:lstStyle>
          <a:p>
            <a:pPr defTabSz="1219200"/>
            <a:fld id="{A0012661-A7C6-484E-80FE-CF2630C25222}" type="slidenum">
              <a:rPr lang="uk-UA" smtClean="0"/>
            </a:fld>
            <a:endParaRPr lang="uk-UA" dirty="0"/>
          </a:p>
        </p:txBody>
      </p:sp>
      <p:cxnSp>
        <p:nvCxnSpPr>
          <p:cNvPr id="15" name="Straight Connector 34"/>
          <p:cNvCxnSpPr/>
          <p:nvPr userDrawn="1"/>
        </p:nvCxnSpPr>
        <p:spPr>
          <a:xfrm>
            <a:off x="11670890" y="6348045"/>
            <a:ext cx="0" cy="320817"/>
          </a:xfrm>
          <a:prstGeom prst="line">
            <a:avLst/>
          </a:prstGeom>
          <a:ln w="19050">
            <a:solidFill>
              <a:srgbClr val="9AAF0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1_Template - Proposal Business Portugal v1.0">
    <p:bg>
      <p:bgRef idx="1001">
        <a:schemeClr val="bg1"/>
      </p:bgRef>
    </p:bg>
    <p:spTree>
      <p:nvGrpSpPr>
        <p:cNvPr id="1" name=""/>
        <p:cNvGrpSpPr/>
        <p:nvPr/>
      </p:nvGrpSpPr>
      <p:grpSpPr>
        <a:xfrm>
          <a:off x="0" y="0"/>
          <a:ext cx="0" cy="0"/>
          <a:chOff x="0" y="0"/>
          <a:chExt cx="0" cy="0"/>
        </a:xfrm>
      </p:grpSpPr>
      <p:pic>
        <p:nvPicPr>
          <p:cNvPr id="9" name="Imagen 11"/>
          <p:cNvPicPr>
            <a:picLocks noChangeAspect="1"/>
          </p:cNvPicPr>
          <p:nvPr userDrawn="1"/>
        </p:nvPicPr>
        <p:blipFill rotWithShape="1">
          <a:blip r:embed="rId2" cstate="email"/>
          <a:srcRect t="-1"/>
          <a:stretch>
            <a:fillRect/>
          </a:stretch>
        </p:blipFill>
        <p:spPr>
          <a:xfrm flipH="1">
            <a:off x="-2" y="4801804"/>
            <a:ext cx="1589315" cy="2056197"/>
          </a:xfrm>
          <a:prstGeom prst="rect">
            <a:avLst/>
          </a:prstGeom>
        </p:spPr>
      </p:pic>
      <p:sp>
        <p:nvSpPr>
          <p:cNvPr id="2" name="Title 1"/>
          <p:cNvSpPr>
            <a:spLocks noGrp="1"/>
          </p:cNvSpPr>
          <p:nvPr>
            <p:ph type="title" hasCustomPrompt="1"/>
          </p:nvPr>
        </p:nvSpPr>
        <p:spPr>
          <a:xfrm>
            <a:off x="336067" y="333375"/>
            <a:ext cx="10620473" cy="466726"/>
          </a:xfrm>
        </p:spPr>
        <p:txBody>
          <a:bodyPr lIns="0" tIns="0" rIns="0" bIns="0" anchor="ctr" anchorCtr="0">
            <a:noAutofit/>
          </a:bodyPr>
          <a:lstStyle>
            <a:lvl1pPr marL="92075" indent="0" algn="l">
              <a:defRPr sz="1600" b="1">
                <a:solidFill>
                  <a:srgbClr val="1994A4"/>
                </a:solidFill>
                <a:latin typeface="+mj-lt"/>
                <a:cs typeface="Arial" panose="02080604020202020204" pitchFamily="34" charset="0"/>
              </a:defRPr>
            </a:lvl1pPr>
          </a:lstStyle>
          <a:p>
            <a:r>
              <a:rPr lang="en-US"/>
              <a:t>CLICK TO EDIT MASTER TITLE STYLE</a:t>
            </a:r>
            <a:endParaRPr lang="en-US"/>
          </a:p>
        </p:txBody>
      </p:sp>
      <p:sp>
        <p:nvSpPr>
          <p:cNvPr id="3" name="Content Placeholder 2"/>
          <p:cNvSpPr>
            <a:spLocks noGrp="1"/>
          </p:cNvSpPr>
          <p:nvPr>
            <p:ph idx="1"/>
          </p:nvPr>
        </p:nvSpPr>
        <p:spPr>
          <a:xfrm>
            <a:off x="336063" y="1125546"/>
            <a:ext cx="11519877" cy="5399087"/>
          </a:xfrm>
        </p:spPr>
        <p:txBody>
          <a:bodyPr lIns="36000" tIns="36000" rIns="36000" bIns="36000">
            <a:noAutofit/>
          </a:bodyPr>
          <a:lstStyle>
            <a:lvl1pPr marL="0" indent="0">
              <a:lnSpc>
                <a:spcPct val="130000"/>
              </a:lnSpc>
              <a:spcBef>
                <a:spcPts val="600"/>
              </a:spcBef>
              <a:spcAft>
                <a:spcPts val="0"/>
              </a:spcAft>
              <a:buNone/>
              <a:defRPr sz="1400">
                <a:solidFill>
                  <a:schemeClr val="tx1">
                    <a:lumMod val="75000"/>
                    <a:lumOff val="25000"/>
                  </a:schemeClr>
                </a:solidFill>
                <a:latin typeface="+mj-lt"/>
                <a:cs typeface="Arial" panose="02080604020202020204" pitchFamily="34" charset="0"/>
              </a:defRPr>
            </a:lvl1pPr>
            <a:lvl2pPr marL="270510" indent="-137795">
              <a:lnSpc>
                <a:spcPct val="130000"/>
              </a:lnSpc>
              <a:spcBef>
                <a:spcPts val="600"/>
              </a:spcBef>
              <a:spcAft>
                <a:spcPts val="0"/>
              </a:spcAft>
              <a:buClr>
                <a:srgbClr val="9AAE04"/>
              </a:buClr>
              <a:buFont typeface="Wingdings" panose="05000000000000000000" pitchFamily="2" charset="2"/>
              <a:buChar char="§"/>
              <a:defRPr sz="1400">
                <a:solidFill>
                  <a:schemeClr val="tx1">
                    <a:lumMod val="75000"/>
                    <a:lumOff val="25000"/>
                  </a:schemeClr>
                </a:solidFill>
                <a:latin typeface="+mj-lt"/>
                <a:cs typeface="Arial" panose="02080604020202020204" pitchFamily="34" charset="0"/>
              </a:defRPr>
            </a:lvl2pPr>
            <a:lvl3pPr marL="402590" indent="-132080">
              <a:lnSpc>
                <a:spcPct val="130000"/>
              </a:lnSpc>
              <a:spcBef>
                <a:spcPts val="600"/>
              </a:spcBef>
              <a:spcAft>
                <a:spcPts val="0"/>
              </a:spcAft>
              <a:buClr>
                <a:srgbClr val="808080"/>
              </a:buClr>
              <a:defRPr sz="1400">
                <a:solidFill>
                  <a:schemeClr val="tx1">
                    <a:lumMod val="75000"/>
                    <a:lumOff val="25000"/>
                  </a:schemeClr>
                </a:solidFill>
                <a:latin typeface="+mj-lt"/>
                <a:cs typeface="Arial" panose="02080604020202020204" pitchFamily="34" charset="0"/>
              </a:defRPr>
            </a:lvl3pPr>
            <a:lvl4pPr marL="540385" indent="-137795">
              <a:lnSpc>
                <a:spcPct val="130000"/>
              </a:lnSpc>
              <a:spcBef>
                <a:spcPts val="600"/>
              </a:spcBef>
              <a:spcAft>
                <a:spcPts val="0"/>
              </a:spcAft>
              <a:buFont typeface="Arial" panose="02080604020202020204" pitchFamily="34" charset="0"/>
              <a:buChar char="•"/>
              <a:defRPr sz="1400">
                <a:solidFill>
                  <a:schemeClr val="tx1">
                    <a:lumMod val="75000"/>
                    <a:lumOff val="25000"/>
                  </a:schemeClr>
                </a:solidFill>
                <a:latin typeface="+mj-lt"/>
                <a:cs typeface="Arial" panose="02080604020202020204" pitchFamily="34" charset="0"/>
              </a:defRPr>
            </a:lvl4pPr>
            <a:lvl5pPr>
              <a:defRPr sz="1050">
                <a:latin typeface="Arial" panose="02080604020202020204" pitchFamily="34" charset="0"/>
                <a:cs typeface="Arial" panose="02080604020202020204" pitchFamily="34" charset="0"/>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p:txBody>
      </p:sp>
      <p:sp>
        <p:nvSpPr>
          <p:cNvPr id="6" name="Slide Number Placeholder 5"/>
          <p:cNvSpPr>
            <a:spLocks noGrp="1"/>
          </p:cNvSpPr>
          <p:nvPr>
            <p:ph type="sldNum" sz="quarter" idx="12"/>
          </p:nvPr>
        </p:nvSpPr>
        <p:spPr>
          <a:xfrm>
            <a:off x="11855939" y="6524625"/>
            <a:ext cx="275536" cy="180974"/>
          </a:xfrm>
          <a:prstGeom prst="rect">
            <a:avLst/>
          </a:prstGeom>
        </p:spPr>
        <p:txBody>
          <a:bodyPr lIns="0" tIns="0" rIns="0" bIns="0" anchor="ctr" anchorCtr="1">
            <a:noAutofit/>
          </a:bodyPr>
          <a:lstStyle>
            <a:lvl1pPr>
              <a:defRPr sz="750" b="1">
                <a:latin typeface="Century Gothic" panose="020B0502020202020204" pitchFamily="34" charset="0"/>
                <a:cs typeface="Arial" panose="02080604020202020204" pitchFamily="34" charset="0"/>
              </a:defRPr>
            </a:lvl1pPr>
          </a:lstStyle>
          <a:p>
            <a:fld id="{C877661E-2BE0-498A-88CF-B4CAF59B1B91}" type="slidenum">
              <a:rPr lang="en-US" smtClean="0">
                <a:solidFill>
                  <a:prstClr val="black">
                    <a:tint val="75000"/>
                  </a:prstClr>
                </a:solidFill>
              </a:rPr>
            </a:fld>
            <a:endParaRPr lang="en-US">
              <a:solidFill>
                <a:prstClr val="black">
                  <a:tint val="75000"/>
                </a:prstClr>
              </a:solidFill>
            </a:endParaRPr>
          </a:p>
        </p:txBody>
      </p:sp>
      <p:sp>
        <p:nvSpPr>
          <p:cNvPr id="8" name="Footer Placeholder 4"/>
          <p:cNvSpPr>
            <a:spLocks noGrp="1"/>
          </p:cNvSpPr>
          <p:nvPr>
            <p:ph type="ftr" sz="quarter" idx="11"/>
          </p:nvPr>
        </p:nvSpPr>
        <p:spPr>
          <a:xfrm>
            <a:off x="336063" y="6599237"/>
            <a:ext cx="7532443" cy="190546"/>
          </a:xfrm>
          <a:prstGeom prst="rect">
            <a:avLst/>
          </a:prstGeom>
        </p:spPr>
        <p:txBody>
          <a:bodyPr lIns="0" tIns="0" rIns="0" bIns="0"/>
          <a:lstStyle>
            <a:lvl1pPr algn="l">
              <a:defRPr sz="600">
                <a:solidFill>
                  <a:srgbClr val="B2B2B2"/>
                </a:solidFill>
                <a:latin typeface="Arial" panose="02080604020202020204" pitchFamily="34" charset="0"/>
                <a:cs typeface="Arial" panose="02080604020202020204" pitchFamily="34" charset="0"/>
              </a:defRPr>
            </a:lvl1pPr>
          </a:lstStyle>
          <a:p>
            <a:endParaRPr lang="en-US"/>
          </a:p>
        </p:txBody>
      </p:sp>
      <p:pic>
        <p:nvPicPr>
          <p:cNvPr id="11" name="Imagen 10"/>
          <p:cNvPicPr>
            <a:picLocks noChangeAspect="1"/>
          </p:cNvPicPr>
          <p:nvPr userDrawn="1"/>
        </p:nvPicPr>
        <p:blipFill rotWithShape="1">
          <a:blip r:embed="rId3" cstate="email"/>
          <a:srcRect/>
          <a:stretch>
            <a:fillRect/>
          </a:stretch>
        </p:blipFill>
        <p:spPr>
          <a:xfrm flipH="1">
            <a:off x="9436486" y="5431972"/>
            <a:ext cx="2784541" cy="1424214"/>
          </a:xfrm>
          <a:prstGeom prst="rect">
            <a:avLst/>
          </a:prstGeom>
        </p:spPr>
      </p:pic>
      <p:sp>
        <p:nvSpPr>
          <p:cNvPr id="13" name="Slide Number Placeholder 5"/>
          <p:cNvSpPr txBox="1"/>
          <p:nvPr userDrawn="1"/>
        </p:nvSpPr>
        <p:spPr>
          <a:xfrm>
            <a:off x="11855939" y="6524625"/>
            <a:ext cx="275536" cy="180974"/>
          </a:xfrm>
          <a:prstGeom prst="rect">
            <a:avLst/>
          </a:prstGeom>
        </p:spPr>
        <p:txBody>
          <a:bodyPr vert="horz" lIns="0" tIns="0" rIns="0" bIns="0" rtlCol="0" anchor="ctr" anchorCtr="1">
            <a:noAutofit/>
          </a:bodyPr>
          <a:lstStyle>
            <a:defPPr>
              <a:defRPr lang="en-US"/>
            </a:defPPr>
            <a:lvl1pPr marL="0" algn="r" defTabSz="914400" rtl="0" eaLnBrk="1" latinLnBrk="0" hangingPunct="1">
              <a:defRPr sz="750" b="1" kern="1200">
                <a:solidFill>
                  <a:schemeClr val="tx1">
                    <a:tint val="75000"/>
                  </a:schemeClr>
                </a:solidFill>
                <a:latin typeface="Century Gothic" panose="020B0502020202020204" pitchFamily="34" charset="0"/>
                <a:ea typeface="+mn-ea"/>
                <a:cs typeface="Arial" panose="0208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877661E-2BE0-498A-88CF-B4CAF59B1B91}" type="slidenum">
              <a:rPr lang="en-US" smtClean="0">
                <a:solidFill>
                  <a:prstClr val="black">
                    <a:tint val="75000"/>
                  </a:prstClr>
                </a:solidFill>
              </a:rPr>
            </a:fld>
            <a:endParaRPr lang="en-US">
              <a:solidFill>
                <a:prstClr val="black">
                  <a:tint val="75000"/>
                </a:prstClr>
              </a:solidFill>
            </a:endParaRPr>
          </a:p>
        </p:txBody>
      </p:sp>
      <p:pic>
        <p:nvPicPr>
          <p:cNvPr id="10" name="Imagen 7"/>
          <p:cNvPicPr>
            <a:picLocks noChangeAspect="1"/>
          </p:cNvPicPr>
          <p:nvPr userDrawn="1"/>
        </p:nvPicPr>
        <p:blipFill>
          <a:blip r:embed="rId4" cstate="email"/>
          <a:stretch>
            <a:fillRect/>
          </a:stretch>
        </p:blipFill>
        <p:spPr>
          <a:xfrm>
            <a:off x="11265534" y="215800"/>
            <a:ext cx="582939" cy="36374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ítulo y contenido simple ver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434" y="131098"/>
            <a:ext cx="11523132" cy="904567"/>
          </a:xfrm>
        </p:spPr>
        <p:txBody>
          <a:bodyPr>
            <a:normAutofit/>
          </a:bodyPr>
          <a:lstStyle>
            <a:lvl1pPr>
              <a:defRPr sz="2665" b="1" baseline="0">
                <a:solidFill>
                  <a:schemeClr val="accent6"/>
                </a:solidFill>
              </a:defRPr>
            </a:lvl1pPr>
          </a:lstStyle>
          <a:p>
            <a:r>
              <a:rPr lang="en-US"/>
              <a:t>Escribe </a:t>
            </a:r>
            <a:r>
              <a:rPr lang="en-US" err="1"/>
              <a:t>aquí</a:t>
            </a:r>
            <a:r>
              <a:rPr lang="en-US"/>
              <a:t> el </a:t>
            </a:r>
            <a:r>
              <a:rPr lang="en-US" err="1"/>
              <a:t>título</a:t>
            </a:r>
            <a:r>
              <a:rPr lang="en-US"/>
              <a:t> de la </a:t>
            </a:r>
            <a:r>
              <a:rPr lang="en-US" err="1"/>
              <a:t>diapositiva</a:t>
            </a:r>
            <a:endParaRPr lang="en-US"/>
          </a:p>
        </p:txBody>
      </p:sp>
      <p:cxnSp>
        <p:nvCxnSpPr>
          <p:cNvPr id="8" name="Straight Connector 7"/>
          <p:cNvCxnSpPr/>
          <p:nvPr userDrawn="1"/>
        </p:nvCxnSpPr>
        <p:spPr>
          <a:xfrm>
            <a:off x="0" y="1035664"/>
            <a:ext cx="12192000" cy="0"/>
          </a:xfrm>
          <a:prstGeom prst="line">
            <a:avLst/>
          </a:prstGeom>
          <a:ln>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2" name="Text Placeholder 3"/>
          <p:cNvSpPr>
            <a:spLocks noGrp="1"/>
          </p:cNvSpPr>
          <p:nvPr>
            <p:ph type="body" sz="quarter" idx="13" hasCustomPrompt="1"/>
          </p:nvPr>
        </p:nvSpPr>
        <p:spPr>
          <a:xfrm>
            <a:off x="334434" y="1250044"/>
            <a:ext cx="8766957" cy="379656"/>
          </a:xfrm>
        </p:spPr>
        <p:txBody>
          <a:bodyPr wrap="square">
            <a:spAutoFit/>
          </a:bodyPr>
          <a:lstStyle>
            <a:lvl1pPr marL="0" indent="0">
              <a:buNone/>
              <a:defRPr lang="en-US" sz="1865" smtClean="0">
                <a:latin typeface="+mj-lt"/>
                <a:ea typeface="Open Sans" pitchFamily="34" charset="0"/>
                <a:cs typeface="Open Sans" pitchFamily="34" charset="0"/>
              </a:defRPr>
            </a:lvl1pPr>
            <a:lvl2pPr>
              <a:defRPr lang="en-US" sz="1800" smtClean="0"/>
            </a:lvl2pPr>
            <a:lvl3pPr>
              <a:defRPr lang="en-US" sz="1800" smtClean="0"/>
            </a:lvl3pPr>
            <a:lvl4pPr>
              <a:defRPr lang="en-US" smtClean="0"/>
            </a:lvl4pPr>
            <a:lvl5pPr>
              <a:defRPr lang="en-US"/>
            </a:lvl5pPr>
          </a:lstStyle>
          <a:p>
            <a:pPr marL="0" lvl="0">
              <a:spcAft>
                <a:spcPts val="800"/>
              </a:spcAft>
            </a:pPr>
            <a:r>
              <a:rPr lang="en-US"/>
              <a:t>Escribe </a:t>
            </a:r>
            <a:r>
              <a:rPr lang="en-US" err="1"/>
              <a:t>aquí</a:t>
            </a:r>
            <a:r>
              <a:rPr lang="en-US"/>
              <a:t> un </a:t>
            </a:r>
            <a:r>
              <a:rPr lang="en-US" err="1"/>
              <a:t>subtítulo</a:t>
            </a:r>
            <a:endParaRPr lang="en-US"/>
          </a:p>
        </p:txBody>
      </p:sp>
      <p:sp>
        <p:nvSpPr>
          <p:cNvPr id="13" name="Slide Number Placeholder 4"/>
          <p:cNvSpPr>
            <a:spLocks noGrp="1"/>
          </p:cNvSpPr>
          <p:nvPr>
            <p:ph type="sldNum" sz="quarter" idx="12"/>
          </p:nvPr>
        </p:nvSpPr>
        <p:spPr>
          <a:xfrm>
            <a:off x="11497232" y="6216190"/>
            <a:ext cx="506504" cy="365125"/>
          </a:xfrm>
          <a:prstGeom prst="rect">
            <a:avLst/>
          </a:prstGeom>
        </p:spPr>
        <p:txBody>
          <a:bodyPr>
            <a:normAutofit/>
          </a:bodyPr>
          <a:lstStyle>
            <a:lvl1pPr>
              <a:defRPr sz="1600">
                <a:latin typeface="+mj-lt"/>
              </a:defRPr>
            </a:lvl1pPr>
          </a:lstStyle>
          <a:p>
            <a:fld id="{AE4F2DEB-7628-BA41-84F4-47FA734E4A4F}" type="slidenum">
              <a:rPr lang="es-ES_tradnl" smtClean="0">
                <a:solidFill>
                  <a:srgbClr val="1A1818">
                    <a:tint val="75000"/>
                  </a:srgbClr>
                </a:solidFill>
              </a:rPr>
            </a:fld>
            <a:endParaRPr lang="es-ES_tradnl" dirty="0">
              <a:solidFill>
                <a:srgbClr val="1A1818">
                  <a:tint val="75000"/>
                </a:srgbClr>
              </a:solidFill>
            </a:endParaRPr>
          </a:p>
        </p:txBody>
      </p:sp>
      <p:pic>
        <p:nvPicPr>
          <p:cNvPr id="14" name="Picture 13"/>
          <p:cNvPicPr>
            <a:picLocks noChangeAspect="1"/>
          </p:cNvPicPr>
          <p:nvPr userDrawn="1"/>
        </p:nvPicPr>
        <p:blipFill>
          <a:blip r:embed="rId2" cstate="print"/>
          <a:stretch>
            <a:fillRect/>
          </a:stretch>
        </p:blipFill>
        <p:spPr>
          <a:xfrm>
            <a:off x="10432775" y="6054917"/>
            <a:ext cx="1100319" cy="732955"/>
          </a:xfrm>
          <a:prstGeom prst="rect">
            <a:avLst/>
          </a:prstGeom>
        </p:spPr>
      </p:pic>
      <p:cxnSp>
        <p:nvCxnSpPr>
          <p:cNvPr id="15" name="Straight Connector 14"/>
          <p:cNvCxnSpPr/>
          <p:nvPr userDrawn="1"/>
        </p:nvCxnSpPr>
        <p:spPr>
          <a:xfrm>
            <a:off x="11497232" y="6216189"/>
            <a:ext cx="0" cy="3759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2" Type="http://schemas.openxmlformats.org/officeDocument/2006/relationships/theme" Target="../theme/theme2.xml"/><Relationship Id="rId31" Type="http://schemas.openxmlformats.org/officeDocument/2006/relationships/image" Target="../media/image7.png"/><Relationship Id="rId30" Type="http://schemas.openxmlformats.org/officeDocument/2006/relationships/slideLayout" Target="../slideLayouts/slideLayout40.xml"/><Relationship Id="rId3" Type="http://schemas.openxmlformats.org/officeDocument/2006/relationships/slideLayout" Target="../slideLayouts/slideLayout13.xml"/><Relationship Id="rId29" Type="http://schemas.openxmlformats.org/officeDocument/2006/relationships/slideLayout" Target="../slideLayouts/slideLayout39.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0" Type="http://schemas.openxmlformats.org/officeDocument/2006/relationships/slideLayout" Target="../slideLayouts/slideLayout30.xml"/><Relationship Id="rId2" Type="http://schemas.openxmlformats.org/officeDocument/2006/relationships/slideLayout" Target="../slideLayouts/slideLayout12.xml"/><Relationship Id="rId19" Type="http://schemas.openxmlformats.org/officeDocument/2006/relationships/slideLayout" Target="../slideLayouts/slideLayout29.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lipse 1"/>
          <p:cNvSpPr/>
          <p:nvPr userDrawn="1"/>
        </p:nvSpPr>
        <p:spPr>
          <a:xfrm>
            <a:off x="9812453" y="53828"/>
            <a:ext cx="2227408" cy="1641807"/>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1800" dirty="0">
              <a:ln>
                <a:solidFill>
                  <a:schemeClr val="bg1"/>
                </a:solidFill>
              </a:ln>
              <a:solidFill>
                <a:schemeClr val="bg1"/>
              </a:solidFill>
            </a:endParaRPr>
          </a:p>
        </p:txBody>
      </p:sp>
      <p:sp>
        <p:nvSpPr>
          <p:cNvPr id="8" name="Marcador de título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_tradnl" dirty="0" smtClean="0"/>
              <a:t>Clic para editar título</a:t>
            </a:r>
            <a:endParaRPr lang="es-ES" dirty="0"/>
          </a:p>
        </p:txBody>
      </p:sp>
      <p:sp>
        <p:nvSpPr>
          <p:cNvPr id="9" name="Marcador de texto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_tradnl" dirty="0" smtClean="0"/>
              <a:t>Haga clic para modificar el estilo de texto del patrón</a:t>
            </a:r>
            <a:endParaRPr lang="es-ES_tradnl" dirty="0" smtClean="0"/>
          </a:p>
          <a:p>
            <a:pPr lvl="1"/>
            <a:r>
              <a:rPr lang="es-ES_tradnl" dirty="0" smtClean="0"/>
              <a:t>Segundo nivel</a:t>
            </a:r>
            <a:endParaRPr lang="es-ES_tradnl" dirty="0" smtClean="0"/>
          </a:p>
          <a:p>
            <a:pPr lvl="2"/>
            <a:r>
              <a:rPr lang="es-ES_tradnl" dirty="0" smtClean="0"/>
              <a:t>Tercer nivel</a:t>
            </a:r>
            <a:endParaRPr lang="es-ES_tradnl" dirty="0" smtClean="0"/>
          </a:p>
          <a:p>
            <a:pPr lvl="3"/>
            <a:r>
              <a:rPr lang="es-ES_tradnl" dirty="0" smtClean="0"/>
              <a:t>Cuarto nivel</a:t>
            </a:r>
            <a:endParaRPr lang="es-ES_tradnl" dirty="0" smtClean="0"/>
          </a:p>
          <a:p>
            <a:pPr lvl="4"/>
            <a:r>
              <a:rPr lang="es-ES_tradnl" dirty="0" smtClean="0"/>
              <a:t>Quinto nivel</a:t>
            </a:r>
            <a:endParaRPr lang="es-ES" dirty="0"/>
          </a:p>
        </p:txBody>
      </p:sp>
      <p:sp>
        <p:nvSpPr>
          <p:cNvPr id="11" name="Marcador de número de diapositiva 5"/>
          <p:cNvSpPr txBox="1"/>
          <p:nvPr userDrawn="1"/>
        </p:nvSpPr>
        <p:spPr>
          <a:xfrm>
            <a:off x="11316465" y="6413564"/>
            <a:ext cx="617195" cy="270732"/>
          </a:xfrm>
          <a:prstGeom prst="rect">
            <a:avLst/>
          </a:prstGeom>
          <a:noFill/>
          <a:ln>
            <a:noFill/>
          </a:ln>
        </p:spPr>
        <p:txBody>
          <a:bodyPr anchor="ctr"/>
          <a:lstStyle>
            <a:defPPr>
              <a:defRPr lang="es-ES"/>
            </a:defPPr>
            <a:lvl1pPr marL="0" algn="ctr" defTabSz="457200" rtl="0" eaLnBrk="1" latinLnBrk="0" hangingPunct="1">
              <a:defRPr sz="1050" b="1" kern="1200">
                <a:solidFill>
                  <a:schemeClr val="bg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FE696E9-98D7-2544-A972-323D7698CE1B}" type="slidenum">
              <a:rPr lang="es-ES" sz="1100" smtClean="0">
                <a:solidFill>
                  <a:srgbClr val="9AAE04"/>
                </a:solidFill>
                <a:latin typeface="Arial"/>
                <a:cs typeface="Arial"/>
              </a:rPr>
            </a:fld>
            <a:endParaRPr lang="es-ES" sz="1100" dirty="0">
              <a:solidFill>
                <a:srgbClr val="9AAE04"/>
              </a:solidFill>
              <a:latin typeface="Arial"/>
              <a:cs typeface="Arial"/>
            </a:endParaRPr>
          </a:p>
        </p:txBody>
      </p:sp>
      <p:pic>
        <p:nvPicPr>
          <p:cNvPr id="10" name="16 Imagen"/>
          <p:cNvPicPr>
            <a:picLocks noChangeAspect="1"/>
          </p:cNvPicPr>
          <p:nvPr userDrawn="1"/>
        </p:nvPicPr>
        <p:blipFill>
          <a:blip r:embed="rId31"/>
          <a:stretch>
            <a:fillRect/>
          </a:stretch>
        </p:blipFill>
        <p:spPr>
          <a:xfrm>
            <a:off x="10211062" y="228539"/>
            <a:ext cx="1413999" cy="1189099"/>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Arial"/>
        </a:defRPr>
      </a:lvl1pPr>
    </p:titleStyle>
    <p:bodyStyle>
      <a:lvl1pPr marL="0" indent="0" algn="l" defTabSz="457200" rtl="0" eaLnBrk="1" latinLnBrk="0" hangingPunct="1">
        <a:lnSpc>
          <a:spcPct val="100000"/>
        </a:lnSpc>
        <a:spcBef>
          <a:spcPts val="600"/>
        </a:spcBef>
        <a:spcAft>
          <a:spcPts val="1200"/>
        </a:spcAft>
        <a:buFont typeface="Arial"/>
        <a:buNone/>
        <a:defRPr sz="1400" i="0" kern="1200">
          <a:solidFill>
            <a:schemeClr val="tx1"/>
          </a:solidFill>
          <a:latin typeface="+mj-lt"/>
          <a:ea typeface="+mn-ea"/>
          <a:cs typeface="Arial"/>
        </a:defRPr>
      </a:lvl1pPr>
      <a:lvl2pPr marL="0" indent="0" algn="l" defTabSz="457200" rtl="0" eaLnBrk="1" latinLnBrk="0" hangingPunct="1">
        <a:lnSpc>
          <a:spcPct val="100000"/>
        </a:lnSpc>
        <a:spcBef>
          <a:spcPts val="0"/>
        </a:spcBef>
        <a:spcAft>
          <a:spcPts val="600"/>
        </a:spcAft>
        <a:buFont typeface="Arial"/>
        <a:buNone/>
        <a:defRPr sz="1400" i="1" kern="1200">
          <a:solidFill>
            <a:srgbClr val="9AAE04"/>
          </a:solidFill>
          <a:latin typeface="+mj-lt"/>
          <a:ea typeface="+mn-ea"/>
          <a:cs typeface="Arial"/>
        </a:defRPr>
      </a:lvl2pPr>
      <a:lvl3pPr marL="449580" indent="-176530" algn="l" defTabSz="457200" rtl="0" eaLnBrk="1" latinLnBrk="0" hangingPunct="1">
        <a:spcBef>
          <a:spcPct val="20000"/>
        </a:spcBef>
        <a:buFont typeface="Arial"/>
        <a:buChar char="•"/>
        <a:defRPr sz="1400" kern="1200">
          <a:solidFill>
            <a:schemeClr val="tx1"/>
          </a:solidFill>
          <a:latin typeface="+mj-lt"/>
          <a:ea typeface="+mn-ea"/>
          <a:cs typeface="Arial"/>
        </a:defRPr>
      </a:lvl3pPr>
      <a:lvl4pPr marL="809625" indent="-273050" algn="l" defTabSz="457200" rtl="0" eaLnBrk="1" latinLnBrk="0" hangingPunct="1">
        <a:spcBef>
          <a:spcPct val="20000"/>
        </a:spcBef>
        <a:buFont typeface="Arial"/>
        <a:buChar char="–"/>
        <a:defRPr sz="1400" kern="1200">
          <a:solidFill>
            <a:schemeClr val="tx1"/>
          </a:solidFill>
          <a:latin typeface="+mj-lt"/>
          <a:ea typeface="+mn-ea"/>
          <a:cs typeface="Arial"/>
        </a:defRPr>
      </a:lvl4pPr>
      <a:lvl5pPr marL="1073150" indent="-263525" algn="l" defTabSz="457200" rtl="0" eaLnBrk="1" latinLnBrk="0" hangingPunct="1">
        <a:spcBef>
          <a:spcPct val="20000"/>
        </a:spcBef>
        <a:buFont typeface="Arial"/>
        <a:buChar char="»"/>
        <a:defRPr sz="1400" kern="1200">
          <a:solidFill>
            <a:schemeClr val="tx1"/>
          </a:solidFill>
          <a:latin typeface="+mj-lt"/>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jpeg"/><Relationship Id="rId1" Type="http://schemas.openxmlformats.org/officeDocument/2006/relationships/image" Target="../media/image15.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7.xml"/><Relationship Id="rId1"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7.xml"/><Relationship Id="rId1"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7.xml"/><Relationship Id="rId1"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7.xml"/><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7.xml"/><Relationship Id="rId2" Type="http://schemas.openxmlformats.org/officeDocument/2006/relationships/image" Target="../media/image17.png"/><Relationship Id="rId1"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7.xml"/><Relationship Id="rId1"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7.xml"/><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7.xml"/><Relationship Id="rId2" Type="http://schemas.openxmlformats.org/officeDocument/2006/relationships/image" Target="../media/image18.png"/><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7.xml"/><Relationship Id="rId2" Type="http://schemas.openxmlformats.org/officeDocument/2006/relationships/image" Target="../media/image18.png"/><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37.xml"/><Relationship Id="rId2" Type="http://schemas.openxmlformats.org/officeDocument/2006/relationships/image" Target="../media/image18.png"/><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7.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7.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0 Imagen"/>
          <p:cNvPicPr>
            <a:picLocks noChangeAspect="1"/>
          </p:cNvPicPr>
          <p:nvPr/>
        </p:nvPicPr>
        <p:blipFill>
          <a:blip r:embed="rId1" cstate="print">
            <a:extLst>
              <a:ext uri="{28A0092B-C50C-407E-A947-70E740481C1C}">
                <a14:useLocalDpi xmlns:a14="http://schemas.microsoft.com/office/drawing/2010/main" val="0"/>
              </a:ext>
            </a:extLst>
          </a:blip>
          <a:srcRect l="4633" t="1738" r="20470" b="6952"/>
          <a:stretch>
            <a:fillRect/>
          </a:stretch>
        </p:blipFill>
        <p:spPr>
          <a:xfrm>
            <a:off x="7665720" y="3175"/>
            <a:ext cx="4540250" cy="6851650"/>
          </a:xfrm>
          <a:prstGeom prst="rect">
            <a:avLst/>
          </a:prstGeom>
          <a:ln>
            <a:noFill/>
          </a:ln>
        </p:spPr>
      </p:pic>
      <p:graphicFrame>
        <p:nvGraphicFramePr>
          <p:cNvPr id="7" name="Table 6"/>
          <p:cNvGraphicFramePr/>
          <p:nvPr/>
        </p:nvGraphicFramePr>
        <p:xfrm>
          <a:off x="76200" y="1552575"/>
          <a:ext cx="7338060" cy="3051175"/>
        </p:xfrm>
        <a:graphic>
          <a:graphicData uri="http://schemas.openxmlformats.org/drawingml/2006/table">
            <a:tbl>
              <a:tblPr firstRow="1" bandRow="1">
                <a:tableStyleId>{5940675A-B579-460E-94D1-54222C63F5DA}</a:tableStyleId>
              </a:tblPr>
              <a:tblGrid>
                <a:gridCol w="7338060"/>
                <a:gridCol w="0"/>
              </a:tblGrid>
              <a:tr h="1181100">
                <a:tc gridSpan="2">
                  <a:txBody>
                    <a:bodyPr/>
                    <a:p>
                      <a:pPr indent="0">
                        <a:buNone/>
                      </a:pPr>
                      <a:r>
                        <a:rPr lang="en-US" sz="4800" b="0">
                          <a:solidFill>
                            <a:srgbClr val="9AAE04"/>
                          </a:solidFill>
                          <a:latin typeface="Arial" panose="02080604020202020204" pitchFamily="34" charset="0"/>
                          <a:cs typeface="Arial" panose="02080604020202020204" pitchFamily="34" charset="0"/>
                        </a:rPr>
                        <a:t>INFORME DE AUDITORÍA</a:t>
                      </a:r>
                      <a:endParaRPr lang="en-US" sz="4800" b="0">
                        <a:solidFill>
                          <a:srgbClr val="9AAE04"/>
                        </a:solidFill>
                        <a:latin typeface="Arial" panose="02080604020202020204" pitchFamily="34" charset="0"/>
                        <a:ea typeface="Arial" panose="02080604020202020204" pitchFamily="34" charset="0"/>
                        <a:cs typeface="Arial" panose="02080604020202020204" pitchFamily="34" charset="0"/>
                      </a:endParaRPr>
                    </a:p>
                  </a:txBody>
                  <a:tcPr marL="0" marR="0" marT="0" marB="0" vert="horz" anchor="t" anchorCtr="0">
                    <a:lnL>
                      <a:noFill/>
                    </a:lnL>
                    <a:lnR cap="flat">
                      <a:noFill/>
                    </a:lnR>
                    <a:lnT cap="flat">
                      <a:noFill/>
                    </a:lnT>
                    <a:lnB cap="flat">
                      <a:noFill/>
                    </a:lnB>
                    <a:lnTlToBr>
                      <a:noFill/>
                    </a:lnTlToBr>
                    <a:lnBlToTr>
                      <a:noFill/>
                    </a:lnBlToTr>
                    <a:noFill/>
                  </a:tcPr>
                </a:tc>
                <a:tc hMerge="1">
                  <a:tcPr>
                    <a:lnR cap="flat">
                      <a:noFill/>
                    </a:lnR>
                    <a:lnT cap="flat">
                      <a:noFill/>
                    </a:lnT>
                    <a:lnB cap="flat">
                      <a:noFill/>
                    </a:lnB>
                  </a:tcPr>
                </a:tc>
              </a:tr>
              <a:tr h="426720">
                <a:tc>
                  <a:txBody>
                    <a:bodyPr/>
                    <a:p>
                      <a:pPr indent="0">
                        <a:buNone/>
                      </a:pPr>
                      <a:endParaRPr lang="en-US" sz="2800" b="0">
                        <a:solidFill>
                          <a:srgbClr val="205390"/>
                        </a:solidFill>
                        <a:latin typeface="Arial" panose="02080604020202020204" pitchFamily="34" charset="0"/>
                        <a:ea typeface="Arial" panose="02080604020202020204" pitchFamily="34" charset="0"/>
                        <a:cs typeface="Arial" panose="02080604020202020204" pitchFamily="34" charset="0"/>
                      </a:endParaRPr>
                    </a:p>
                  </a:txBody>
                  <a:tcPr marL="0" marR="0" marT="0" marB="0" vert="horz" anchor="t" anchorCtr="0">
                    <a:lnL>
                      <a:noFill/>
                    </a:lnL>
                    <a:lnR>
                      <a:noFill/>
                    </a:lnR>
                    <a:lnT cap="flat">
                      <a:noFill/>
                    </a:lnT>
                    <a:lnB cap="flat">
                      <a:noFill/>
                    </a:lnB>
                    <a:lnTlToBr>
                      <a:noFill/>
                    </a:lnTlToBr>
                    <a:lnBlToTr>
                      <a:noFill/>
                    </a:lnBlToTr>
                    <a:noFill/>
                  </a:tcPr>
                </a:tc>
                <a:tc>
                  <a:txBody>
                    <a:bodyPr/>
                    <a:p>
                      <a:pPr indent="0">
                        <a:buNone/>
                      </a:pPr>
                      <a:r>
                        <a:rPr lang="en-US" sz="200" b="0">
                          <a:latin typeface="Arial" panose="02080604020202020204" pitchFamily="34" charset="0"/>
                          <a:cs typeface="Arial" panose="02080604020202020204" pitchFamily="34" charset="0"/>
                        </a:rPr>
                        <a:t> </a:t>
                      </a:r>
                      <a:endParaRPr lang="en-US" sz="200" b="0">
                        <a:latin typeface="Arial" panose="02080604020202020204" pitchFamily="34" charset="0"/>
                        <a:ea typeface="Arial" panose="02080604020202020204" pitchFamily="34" charset="0"/>
                        <a:cs typeface="Arial" panose="02080604020202020204" pitchFamily="34" charset="0"/>
                      </a:endParaRPr>
                    </a:p>
                  </a:txBody>
                  <a:tcPr marL="0" marR="0" marT="0" marB="0" vert="horz" anchor="t" anchorCtr="0">
                    <a:lnL>
                      <a:noFill/>
                    </a:lnL>
                    <a:lnR cap="flat">
                      <a:noFill/>
                    </a:lnR>
                    <a:lnT cap="flat">
                      <a:noFill/>
                    </a:lnT>
                    <a:lnB cap="flat">
                      <a:noFill/>
                    </a:lnB>
                    <a:lnTlToBr>
                      <a:noFill/>
                    </a:lnTlToBr>
                    <a:lnBlToTr>
                      <a:noFill/>
                    </a:lnBlToTr>
                    <a:noFill/>
                  </a:tcPr>
                </a:tc>
              </a:tr>
              <a:tr h="525145">
                <a:tc>
                  <a:txBody>
                    <a:bodyPr/>
                    <a:p>
                      <a:pPr indent="0">
                        <a:buNone/>
                      </a:pPr>
                      <a:r>
                        <a:rPr lang="en-US" sz="2800" b="0">
                          <a:solidFill>
                            <a:srgbClr val="205390"/>
                          </a:solidFill>
                          <a:latin typeface="Arial" panose="02080604020202020204" pitchFamily="34" charset="0"/>
                          <a:cs typeface="Arial" panose="02080604020202020204" pitchFamily="34" charset="0"/>
                        </a:rPr>
                        <a:t>Pruebas de seguridad</a:t>
                      </a:r>
                      <a:endParaRPr lang="en-US" sz="2800" b="0">
                        <a:solidFill>
                          <a:srgbClr val="205390"/>
                        </a:solidFill>
                        <a:latin typeface="Arial" panose="02080604020202020204" pitchFamily="34" charset="0"/>
                        <a:cs typeface="Arial" panose="02080604020202020204" pitchFamily="34" charset="0"/>
                      </a:endParaRPr>
                    </a:p>
                    <a:p>
                      <a:pPr indent="0">
                        <a:buNone/>
                      </a:pPr>
                      <a:endParaRPr lang="en-US" sz="2800" b="0">
                        <a:solidFill>
                          <a:srgbClr val="205390"/>
                        </a:solidFill>
                        <a:latin typeface="Arial" panose="02080604020202020204" pitchFamily="34" charset="0"/>
                        <a:ea typeface="Arial" panose="02080604020202020204" pitchFamily="34" charset="0"/>
                        <a:cs typeface="Arial" panose="02080604020202020204" pitchFamily="34" charset="0"/>
                      </a:endParaRPr>
                    </a:p>
                  </a:txBody>
                  <a:tcPr marL="0" marR="0" marT="0" marB="0" vert="horz" anchor="t" anchorCtr="0">
                    <a:lnL>
                      <a:noFill/>
                    </a:lnL>
                    <a:lnR>
                      <a:noFill/>
                    </a:lnR>
                    <a:lnT cap="flat">
                      <a:noFill/>
                    </a:lnT>
                    <a:lnB cap="flat">
                      <a:noFill/>
                    </a:lnB>
                    <a:lnTlToBr>
                      <a:noFill/>
                    </a:lnTlToBr>
                    <a:lnBlToTr>
                      <a:noFill/>
                    </a:lnBlToTr>
                    <a:noFill/>
                  </a:tcPr>
                </a:tc>
                <a:tc>
                  <a:txBody>
                    <a:bodyPr/>
                    <a:p>
                      <a:pPr indent="0">
                        <a:buNone/>
                      </a:pPr>
                      <a:r>
                        <a:rPr lang="en-US" sz="200" b="0">
                          <a:latin typeface="Arial" panose="02080604020202020204" pitchFamily="34" charset="0"/>
                          <a:cs typeface="Arial" panose="02080604020202020204" pitchFamily="34" charset="0"/>
                        </a:rPr>
                        <a:t> </a:t>
                      </a:r>
                      <a:endParaRPr lang="en-US" sz="200" b="0">
                        <a:latin typeface="Arial" panose="02080604020202020204" pitchFamily="34" charset="0"/>
                        <a:ea typeface="Arial" panose="02080604020202020204" pitchFamily="34" charset="0"/>
                        <a:cs typeface="Arial" panose="02080604020202020204" pitchFamily="34" charset="0"/>
                      </a:endParaRPr>
                    </a:p>
                  </a:txBody>
                  <a:tcPr marL="0" marR="0" marT="0" marB="0" vert="horz" anchor="t" anchorCtr="0">
                    <a:lnL>
                      <a:noFill/>
                    </a:lnL>
                    <a:lnR cap="flat">
                      <a:noFill/>
                    </a:lnR>
                    <a:lnT cap="flat">
                      <a:noFill/>
                    </a:lnT>
                    <a:lnB cap="flat">
                      <a:noFill/>
                    </a:lnB>
                    <a:lnTlToBr>
                      <a:noFill/>
                    </a:lnTlToBr>
                    <a:lnBlToTr>
                      <a:noFill/>
                    </a:lnBlToTr>
                    <a:noFill/>
                  </a:tcPr>
                </a:tc>
              </a:tr>
              <a:tr h="918210">
                <a:tc>
                  <a:txBody>
                    <a:bodyPr/>
                    <a:p>
                      <a:pPr indent="0">
                        <a:buNone/>
                      </a:pPr>
                      <a:r>
                        <a:rPr lang="en-US" altLang="en-US" sz="2400" b="0">
                          <a:solidFill>
                            <a:srgbClr val="777777"/>
                          </a:solidFill>
                          <a:latin typeface="Arial" panose="02080604020202020204" pitchFamily="34" charset="0"/>
                          <a:cs typeface="Arial" panose="02080604020202020204" pitchFamily="34" charset="0"/>
                        </a:rPr>
                        <a:t>[Nombre aplicacion]</a:t>
                      </a:r>
                      <a:endParaRPr lang="en-US" sz="2400" b="0">
                        <a:solidFill>
                          <a:srgbClr val="777777"/>
                        </a:solidFill>
                        <a:latin typeface="Arial" panose="02080604020202020204" pitchFamily="34" charset="0"/>
                        <a:cs typeface="Arial" panose="02080604020202020204" pitchFamily="34" charset="0"/>
                      </a:endParaRPr>
                    </a:p>
                    <a:p>
                      <a:pPr indent="0">
                        <a:buNone/>
                      </a:pPr>
                      <a:r>
                        <a:rPr lang="en-US" altLang="en-US" sz="2400" b="0">
                          <a:solidFill>
                            <a:srgbClr val="777777"/>
                          </a:solidFill>
                          <a:latin typeface="Arial" panose="02080604020202020204" pitchFamily="34" charset="0"/>
                          <a:ea typeface="Arial" panose="02080604020202020204" pitchFamily="34" charset="0"/>
                          <a:cs typeface="Arial" panose="02080604020202020204" pitchFamily="34" charset="0"/>
                        </a:rPr>
                        <a:t>[Nombre cliente]</a:t>
                      </a:r>
                      <a:endParaRPr lang="en-US" altLang="en-US" sz="2400" b="0">
                        <a:solidFill>
                          <a:srgbClr val="777777"/>
                        </a:solidFill>
                        <a:latin typeface="Arial" panose="02080604020202020204" pitchFamily="34" charset="0"/>
                        <a:ea typeface="Arial" panose="02080604020202020204" pitchFamily="34" charset="0"/>
                        <a:cs typeface="Arial" panose="02080604020202020204" pitchFamily="34" charset="0"/>
                      </a:endParaRPr>
                    </a:p>
                  </a:txBody>
                  <a:tcPr marL="0" marR="0" marT="0" marB="0" vert="horz" anchor="t" anchorCtr="0">
                    <a:lnL>
                      <a:noFill/>
                    </a:lnL>
                    <a:lnR>
                      <a:noFill/>
                    </a:lnR>
                    <a:lnT cap="flat">
                      <a:noFill/>
                    </a:lnT>
                    <a:lnB cap="flat">
                      <a:noFill/>
                    </a:lnB>
                    <a:lnTlToBr>
                      <a:noFill/>
                    </a:lnTlToBr>
                    <a:lnBlToTr>
                      <a:noFill/>
                    </a:lnBlToTr>
                    <a:noFill/>
                  </a:tcPr>
                </a:tc>
                <a:tc>
                  <a:txBody>
                    <a:bodyPr/>
                    <a:p>
                      <a:pPr indent="0">
                        <a:buNone/>
                      </a:pPr>
                      <a:endParaRPr lang="en-US" sz="200" b="0">
                        <a:latin typeface="Arial" panose="02080604020202020204" pitchFamily="34" charset="0"/>
                        <a:ea typeface="Arial" panose="02080604020202020204" pitchFamily="34" charset="0"/>
                        <a:cs typeface="Arial" panose="02080604020202020204" pitchFamily="34" charset="0"/>
                      </a:endParaRPr>
                    </a:p>
                  </a:txBody>
                  <a:tcPr marL="0" marR="0" marT="0" marB="0" vert="horz" anchor="t" anchorCtr="0">
                    <a:lnL>
                      <a:noFill/>
                    </a:lnL>
                    <a:lnR cap="flat">
                      <a:noFill/>
                    </a:lnR>
                    <a:lnT cap="flat">
                      <a:noFill/>
                    </a:lnT>
                    <a:lnB cap="flat">
                      <a:noFill/>
                    </a:lnB>
                    <a:lnTlToBr>
                      <a:noFill/>
                    </a:lnTlToBr>
                    <a:lnBlToTr>
                      <a:noFill/>
                    </a:lnBlToTr>
                    <a:noFill/>
                  </a:tcPr>
                </a:tc>
              </a:tr>
            </a:tbl>
          </a:graphicData>
        </a:graphic>
      </p:graphicFrame>
      <p:pic>
        <p:nvPicPr>
          <p:cNvPr id="8" name="Imagen 2" descr="C:\Users\mbarriom\Desktop\Boletin Seguridad\Boletin II\eve_aeroespacialydefensa_p_rgb_9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5326380" y="3175"/>
            <a:ext cx="2339340" cy="22745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p:cNvSpPr>
            <a:spLocks noGrp="1"/>
          </p:cNvSpPr>
          <p:nvPr>
            <p:ph type="body" sz="quarter" idx="11"/>
          </p:nvPr>
        </p:nvSpPr>
        <p:spPr>
          <a:xfrm>
            <a:off x="1709587" y="2159428"/>
            <a:ext cx="4320000" cy="540000"/>
          </a:xfrm>
        </p:spPr>
        <p:txBody>
          <a:bodyPr anchor="ctr" anchorCtr="0">
            <a:noAutofit/>
          </a:bodyPr>
          <a:lstStyle/>
          <a:p>
            <a:r>
              <a:rPr lang="en-US" altLang="es-ES" sz="2000" b="1" dirty="0" smtClean="0">
                <a:sym typeface="+mn-ea"/>
              </a:rPr>
              <a:t>Objetivos</a:t>
            </a:r>
            <a:endParaRPr lang="en-US" altLang="es-ES" sz="2000" b="1" dirty="0" smtClean="0">
              <a:sym typeface="+mn-ea"/>
            </a:endParaRPr>
          </a:p>
        </p:txBody>
      </p:sp>
      <p:sp>
        <p:nvSpPr>
          <p:cNvPr id="8" name="Elipse 7"/>
          <p:cNvSpPr/>
          <p:nvPr/>
        </p:nvSpPr>
        <p:spPr bwMode="auto">
          <a:xfrm>
            <a:off x="1419778" y="3594007"/>
            <a:ext cx="142875" cy="142875"/>
          </a:xfrm>
          <a:prstGeom prst="ellipse">
            <a:avLst/>
          </a:prstGeom>
          <a:solidFill>
            <a:srgbClr val="9AAE04"/>
          </a:solidFill>
          <a:scene3d>
            <a:camera prst="orthographicFront">
              <a:rot lat="0" lon="0" rev="0"/>
            </a:camera>
            <a:lightRig rig="threePt" dir="t">
              <a:rot lat="0" lon="0" rev="1200000"/>
            </a:lightRig>
          </a:scene3d>
          <a:sp3d>
            <a:bevelT w="38100" h="25400"/>
          </a:sp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t" anchorCtr="0" compatLnSpc="1"/>
          <a:lstStyle/>
          <a:p>
            <a:pPr algn="ctr" fontAlgn="ctr"/>
            <a:endParaRPr lang="es-ES" sz="1600" dirty="0"/>
          </a:p>
        </p:txBody>
      </p:sp>
      <p:sp>
        <p:nvSpPr>
          <p:cNvPr id="10" name="Elipse 9"/>
          <p:cNvSpPr/>
          <p:nvPr/>
        </p:nvSpPr>
        <p:spPr bwMode="auto">
          <a:xfrm>
            <a:off x="1420156" y="2358625"/>
            <a:ext cx="142875" cy="142875"/>
          </a:xfrm>
          <a:prstGeom prst="ellipse">
            <a:avLst/>
          </a:prstGeom>
          <a:solidFill>
            <a:srgbClr val="9AAE04"/>
          </a:solidFill>
          <a:scene3d>
            <a:camera prst="orthographicFront">
              <a:rot lat="0" lon="0" rev="0"/>
            </a:camera>
            <a:lightRig rig="threePt" dir="t">
              <a:rot lat="0" lon="0" rev="1200000"/>
            </a:lightRig>
          </a:scene3d>
          <a:sp3d>
            <a:bevelT w="38100" h="25400"/>
          </a:sp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t" anchorCtr="0" compatLnSpc="1"/>
          <a:lstStyle/>
          <a:p>
            <a:pPr algn="ctr" fontAlgn="ctr"/>
            <a:endParaRPr lang="es-ES" sz="1600" dirty="0"/>
          </a:p>
        </p:txBody>
      </p:sp>
      <p:sp>
        <p:nvSpPr>
          <p:cNvPr id="11" name="Elipse 10"/>
          <p:cNvSpPr/>
          <p:nvPr/>
        </p:nvSpPr>
        <p:spPr bwMode="auto">
          <a:xfrm>
            <a:off x="1419579" y="4249163"/>
            <a:ext cx="142875" cy="142875"/>
          </a:xfrm>
          <a:prstGeom prst="ellipse">
            <a:avLst/>
          </a:prstGeom>
          <a:solidFill>
            <a:srgbClr val="9AAE04"/>
          </a:solidFill>
          <a:scene3d>
            <a:camera prst="orthographicFront">
              <a:rot lat="0" lon="0" rev="0"/>
            </a:camera>
            <a:lightRig rig="threePt" dir="t">
              <a:rot lat="0" lon="0" rev="1200000"/>
            </a:lightRig>
          </a:scene3d>
          <a:sp3d>
            <a:bevelT w="38100" h="25400"/>
          </a:sp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t" anchorCtr="0" compatLnSpc="1"/>
          <a:lstStyle/>
          <a:p>
            <a:pPr algn="ctr" fontAlgn="ctr"/>
            <a:endParaRPr lang="es-ES" sz="1600" dirty="0"/>
          </a:p>
        </p:txBody>
      </p:sp>
      <p:sp>
        <p:nvSpPr>
          <p:cNvPr id="15" name="Entrada manual 14"/>
          <p:cNvSpPr/>
          <p:nvPr/>
        </p:nvSpPr>
        <p:spPr>
          <a:xfrm rot="5400000" flipH="1">
            <a:off x="642956" y="5231517"/>
            <a:ext cx="753577" cy="2069789"/>
          </a:xfrm>
          <a:prstGeom prst="flowChartManualInput">
            <a:avLst/>
          </a:prstGeom>
          <a:solidFill>
            <a:srgbClr val="FFFFFF">
              <a:alpha val="83137"/>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sp>
        <p:nvSpPr>
          <p:cNvPr id="17" name="Marcador de texto 5"/>
          <p:cNvSpPr>
            <a:spLocks noGrp="1"/>
          </p:cNvSpPr>
          <p:nvPr>
            <p:ph type="body" sz="quarter" idx="11"/>
          </p:nvPr>
        </p:nvSpPr>
        <p:spPr>
          <a:xfrm>
            <a:off x="1709231" y="2792994"/>
            <a:ext cx="4320000" cy="540000"/>
          </a:xfrm>
        </p:spPr>
        <p:txBody>
          <a:bodyPr anchor="ctr" anchorCtr="0">
            <a:noAutofit/>
          </a:bodyPr>
          <a:lstStyle/>
          <a:p>
            <a:r>
              <a:rPr lang="en-US" altLang="es-ES" sz="2000" b="1" dirty="0" smtClean="0"/>
              <a:t>Alcance</a:t>
            </a:r>
            <a:endParaRPr lang="en-US" altLang="es-ES" sz="2000" b="1" dirty="0" smtClean="0"/>
          </a:p>
        </p:txBody>
      </p:sp>
      <p:sp>
        <p:nvSpPr>
          <p:cNvPr id="19" name="Marcador de texto 5"/>
          <p:cNvSpPr>
            <a:spLocks noGrp="1"/>
          </p:cNvSpPr>
          <p:nvPr>
            <p:ph type="body" sz="quarter" idx="11"/>
          </p:nvPr>
        </p:nvSpPr>
        <p:spPr>
          <a:xfrm>
            <a:off x="1709559" y="3396080"/>
            <a:ext cx="4320000" cy="540000"/>
          </a:xfrm>
        </p:spPr>
        <p:txBody>
          <a:bodyPr anchor="ctr" anchorCtr="0">
            <a:noAutofit/>
          </a:bodyPr>
          <a:lstStyle/>
          <a:p>
            <a:r>
              <a:rPr lang="es-ES" sz="2000" b="1" dirty="0" smtClean="0"/>
              <a:t>Presentación de resultados</a:t>
            </a:r>
            <a:endParaRPr lang="es-ES" sz="2000" b="1" dirty="0" smtClean="0"/>
          </a:p>
        </p:txBody>
      </p:sp>
      <p:sp>
        <p:nvSpPr>
          <p:cNvPr id="20" name="Marcador de texto 5"/>
          <p:cNvSpPr>
            <a:spLocks noGrp="1"/>
          </p:cNvSpPr>
          <p:nvPr>
            <p:ph type="body" sz="quarter" idx="11"/>
          </p:nvPr>
        </p:nvSpPr>
        <p:spPr>
          <a:xfrm>
            <a:off x="1709288" y="4710842"/>
            <a:ext cx="4320000" cy="540000"/>
          </a:xfrm>
        </p:spPr>
        <p:txBody>
          <a:bodyPr anchor="ctr" anchorCtr="0">
            <a:noAutofit/>
          </a:bodyPr>
          <a:lstStyle/>
          <a:p>
            <a:r>
              <a:rPr lang="es-ES" sz="2000" b="1" dirty="0" smtClean="0"/>
              <a:t>Recomendaciones</a:t>
            </a:r>
            <a:endParaRPr lang="es-ES" sz="2000" b="1" dirty="0" smtClean="0"/>
          </a:p>
        </p:txBody>
      </p:sp>
      <p:sp>
        <p:nvSpPr>
          <p:cNvPr id="24" name="Elipse 23"/>
          <p:cNvSpPr/>
          <p:nvPr/>
        </p:nvSpPr>
        <p:spPr bwMode="auto">
          <a:xfrm>
            <a:off x="1419664" y="2991556"/>
            <a:ext cx="142875" cy="142875"/>
          </a:xfrm>
          <a:prstGeom prst="ellipse">
            <a:avLst/>
          </a:prstGeom>
          <a:solidFill>
            <a:srgbClr val="9AAE04"/>
          </a:solidFill>
          <a:scene3d>
            <a:camera prst="orthographicFront">
              <a:rot lat="0" lon="0" rev="0"/>
            </a:camera>
            <a:lightRig rig="threePt" dir="t">
              <a:rot lat="0" lon="0" rev="1200000"/>
            </a:lightRig>
          </a:scene3d>
          <a:sp3d>
            <a:bevelT w="38100" h="25400"/>
          </a:sp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t" anchorCtr="0" compatLnSpc="1"/>
          <a:lstStyle/>
          <a:p>
            <a:pPr algn="ctr" fontAlgn="ctr"/>
            <a:endParaRPr lang="es-ES" sz="1600" dirty="0"/>
          </a:p>
        </p:txBody>
      </p:sp>
      <p:sp>
        <p:nvSpPr>
          <p:cNvPr id="30" name="Marcador de texto 5"/>
          <p:cNvSpPr>
            <a:spLocks noGrp="1"/>
          </p:cNvSpPr>
          <p:nvPr>
            <p:ph type="body" sz="quarter" idx="11"/>
          </p:nvPr>
        </p:nvSpPr>
        <p:spPr>
          <a:xfrm>
            <a:off x="1709399" y="5350115"/>
            <a:ext cx="4320000" cy="540000"/>
          </a:xfrm>
        </p:spPr>
        <p:txBody>
          <a:bodyPr anchor="ctr" anchorCtr="0">
            <a:noAutofit/>
          </a:bodyPr>
          <a:lstStyle/>
          <a:p>
            <a:r>
              <a:rPr lang="es-ES" sz="2000" b="1" dirty="0" smtClean="0"/>
              <a:t>Conclusiones </a:t>
            </a:r>
            <a:endParaRPr lang="es-ES" sz="2000" b="1" dirty="0" smtClean="0"/>
          </a:p>
        </p:txBody>
      </p:sp>
      <p:sp>
        <p:nvSpPr>
          <p:cNvPr id="31" name="Elipse 30"/>
          <p:cNvSpPr/>
          <p:nvPr/>
        </p:nvSpPr>
        <p:spPr bwMode="auto">
          <a:xfrm>
            <a:off x="1419548" y="4909968"/>
            <a:ext cx="142875" cy="142875"/>
          </a:xfrm>
          <a:prstGeom prst="ellipse">
            <a:avLst/>
          </a:prstGeom>
          <a:solidFill>
            <a:srgbClr val="9AAE04"/>
          </a:solidFill>
          <a:scene3d>
            <a:camera prst="orthographicFront">
              <a:rot lat="0" lon="0" rev="0"/>
            </a:camera>
            <a:lightRig rig="threePt" dir="t">
              <a:rot lat="0" lon="0" rev="1200000"/>
            </a:lightRig>
          </a:scene3d>
          <a:sp3d>
            <a:bevelT w="38100" h="25400"/>
          </a:sp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t" anchorCtr="0" compatLnSpc="1"/>
          <a:lstStyle/>
          <a:p>
            <a:pPr algn="ctr" fontAlgn="ctr"/>
            <a:endParaRPr lang="es-ES" sz="1600" dirty="0"/>
          </a:p>
        </p:txBody>
      </p:sp>
      <p:sp>
        <p:nvSpPr>
          <p:cNvPr id="22" name="Marcador de texto 5"/>
          <p:cNvSpPr>
            <a:spLocks noGrp="1"/>
          </p:cNvSpPr>
          <p:nvPr>
            <p:ph type="body" sz="quarter" idx="11"/>
          </p:nvPr>
        </p:nvSpPr>
        <p:spPr>
          <a:xfrm>
            <a:off x="1709420" y="4050665"/>
            <a:ext cx="6167755" cy="539750"/>
          </a:xfrm>
        </p:spPr>
        <p:txBody>
          <a:bodyPr anchor="ctr" anchorCtr="0">
            <a:noAutofit/>
          </a:bodyPr>
          <a:lstStyle/>
          <a:p>
            <a:r>
              <a:rPr lang="es-ES" sz="2000" b="1" dirty="0" smtClean="0"/>
              <a:t>Vulnerabilidades de mayor impacto</a:t>
            </a:r>
            <a:endParaRPr lang="es-ES" sz="2000" b="1" dirty="0" smtClean="0"/>
          </a:p>
        </p:txBody>
      </p:sp>
      <p:sp>
        <p:nvSpPr>
          <p:cNvPr id="23" name="Elipse 22"/>
          <p:cNvSpPr/>
          <p:nvPr/>
        </p:nvSpPr>
        <p:spPr bwMode="auto">
          <a:xfrm>
            <a:off x="1420151" y="5548850"/>
            <a:ext cx="142875" cy="142875"/>
          </a:xfrm>
          <a:prstGeom prst="ellipse">
            <a:avLst/>
          </a:prstGeom>
          <a:solidFill>
            <a:srgbClr val="9AAE04"/>
          </a:solidFill>
          <a:scene3d>
            <a:camera prst="orthographicFront">
              <a:rot lat="0" lon="0" rev="0"/>
            </a:camera>
            <a:lightRig rig="threePt" dir="t">
              <a:rot lat="0" lon="0" rev="1200000"/>
            </a:lightRig>
          </a:scene3d>
          <a:sp3d>
            <a:bevelT w="38100" h="25400"/>
          </a:sp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t" anchorCtr="0" compatLnSpc="1"/>
          <a:lstStyle/>
          <a:p>
            <a:pPr algn="ctr" fontAlgn="ctr"/>
            <a:endParaRPr lang="es-ES" sz="1600" dirty="0"/>
          </a:p>
        </p:txBody>
      </p:sp>
      <p:pic>
        <p:nvPicPr>
          <p:cNvPr id="3" name="Picture 2"/>
          <p:cNvPicPr>
            <a:picLocks noChangeAspect="1"/>
          </p:cNvPicPr>
          <p:nvPr/>
        </p:nvPicPr>
        <p:blipFill>
          <a:blip r:embed="rId1"/>
          <a:stretch>
            <a:fillRect/>
          </a:stretch>
        </p:blipFill>
        <p:spPr>
          <a:xfrm>
            <a:off x="205105" y="5941060"/>
            <a:ext cx="982345" cy="651510"/>
          </a:xfrm>
          <a:prstGeom prst="rect">
            <a:avLst/>
          </a:prstGeom>
        </p:spPr>
      </p:pic>
      <p:sp>
        <p:nvSpPr>
          <p:cNvPr id="2" name="Text Box 1"/>
          <p:cNvSpPr txBox="1"/>
          <p:nvPr/>
        </p:nvSpPr>
        <p:spPr>
          <a:xfrm>
            <a:off x="1419860" y="753110"/>
            <a:ext cx="2000885" cy="521970"/>
          </a:xfrm>
          <a:prstGeom prst="rect">
            <a:avLst/>
          </a:prstGeom>
          <a:noFill/>
        </p:spPr>
        <p:txBody>
          <a:bodyPr wrap="none" rtlCol="0" anchor="t">
            <a:spAutoFit/>
          </a:bodyPr>
          <a:p>
            <a:r>
              <a:rPr lang="en-US" altLang="en-US" sz="2800">
                <a:solidFill>
                  <a:srgbClr val="205390"/>
                </a:solidFill>
                <a:latin typeface="Arial" panose="02080604020202020204" pitchFamily="34" charset="0"/>
                <a:cs typeface="Arial" panose="02080604020202020204" pitchFamily="34" charset="0"/>
                <a:sym typeface="+mn-ea"/>
              </a:rPr>
              <a:t>Contenido</a:t>
            </a:r>
            <a:endParaRPr lang="en-US" altLang="en-US" sz="2800">
              <a:solidFill>
                <a:srgbClr val="205390"/>
              </a:solidFill>
              <a:latin typeface="Arial" panose="02080604020202020204" pitchFamily="34" charset="0"/>
              <a:cs typeface="Arial" panose="02080604020202020204" pitchFamily="34" charset="0"/>
              <a:sym typeface="+mn-ea"/>
            </a:endParaRPr>
          </a:p>
        </p:txBody>
      </p:sp>
      <p:sp>
        <p:nvSpPr>
          <p:cNvPr id="4" name="Elipse 9"/>
          <p:cNvSpPr/>
          <p:nvPr/>
        </p:nvSpPr>
        <p:spPr bwMode="auto">
          <a:xfrm>
            <a:off x="1420156" y="1723625"/>
            <a:ext cx="142875" cy="142875"/>
          </a:xfrm>
          <a:prstGeom prst="ellipse">
            <a:avLst/>
          </a:prstGeom>
          <a:solidFill>
            <a:srgbClr val="9AAE04"/>
          </a:solidFill>
          <a:scene3d>
            <a:camera prst="orthographicFront">
              <a:rot lat="0" lon="0" rev="0"/>
            </a:camera>
            <a:lightRig rig="threePt" dir="t">
              <a:rot lat="0" lon="0" rev="1200000"/>
            </a:lightRig>
          </a:scene3d>
          <a:sp3d>
            <a:bevelT w="38100" h="25400"/>
          </a:sp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t" anchorCtr="0" compatLnSpc="1"/>
          <a:p>
            <a:pPr algn="ctr" fontAlgn="ctr"/>
            <a:endParaRPr lang="es-ES" sz="1600" dirty="0"/>
          </a:p>
        </p:txBody>
      </p:sp>
      <p:sp>
        <p:nvSpPr>
          <p:cNvPr id="9" name="Marcador de texto 5"/>
          <p:cNvSpPr>
            <a:spLocks noGrp="1"/>
          </p:cNvSpPr>
          <p:nvPr/>
        </p:nvSpPr>
        <p:spPr>
          <a:xfrm>
            <a:off x="1709587" y="1525063"/>
            <a:ext cx="4320000" cy="540000"/>
          </a:xfrm>
          <a:prstGeom prst="rect">
            <a:avLst/>
          </a:prstGeom>
        </p:spPr>
        <p:txBody>
          <a:bodyPr vert="horz" lIns="91440" tIns="45720" rIns="91440" bIns="45720" rtlCol="0" anchor="ctr" anchorCtr="0">
            <a:noAutofit/>
          </a:bodyPr>
          <a:lstStyle>
            <a:lvl1pPr marL="0" indent="0" algn="l" defTabSz="457200" rtl="0" eaLnBrk="1" latinLnBrk="0" hangingPunct="1">
              <a:lnSpc>
                <a:spcPct val="100000"/>
              </a:lnSpc>
              <a:spcBef>
                <a:spcPts val="600"/>
              </a:spcBef>
              <a:spcAft>
                <a:spcPts val="1200"/>
              </a:spcAft>
              <a:buFont typeface="Arial"/>
              <a:buNone/>
              <a:defRPr sz="4000" b="0" i="0" kern="1200" baseline="0">
                <a:solidFill>
                  <a:schemeClr val="tx1"/>
                </a:solidFill>
                <a:latin typeface="Century Gothic" panose="020B0502020202020204" pitchFamily="34" charset="0"/>
                <a:ea typeface="Century Gothic" panose="020B0502020202020204" pitchFamily="34" charset="0"/>
                <a:cs typeface="Century Gothic" panose="020B0502020202020204" pitchFamily="34" charset="0"/>
              </a:defRPr>
            </a:lvl1pPr>
            <a:lvl2pPr marL="0" indent="0" algn="l" defTabSz="457200" rtl="0" eaLnBrk="1" latinLnBrk="0" hangingPunct="1">
              <a:lnSpc>
                <a:spcPct val="100000"/>
              </a:lnSpc>
              <a:spcBef>
                <a:spcPts val="0"/>
              </a:spcBef>
              <a:spcAft>
                <a:spcPts val="600"/>
              </a:spcAft>
              <a:buFont typeface="Arial"/>
              <a:buNone/>
              <a:defRPr sz="1400" i="1" kern="1200">
                <a:solidFill>
                  <a:srgbClr val="9AAE04"/>
                </a:solidFill>
                <a:latin typeface="+mj-lt"/>
                <a:ea typeface="+mn-ea"/>
                <a:cs typeface="Arial"/>
              </a:defRPr>
            </a:lvl2pPr>
            <a:lvl3pPr marL="449580" indent="-176530" algn="l" defTabSz="457200" rtl="0" eaLnBrk="1" latinLnBrk="0" hangingPunct="1">
              <a:spcBef>
                <a:spcPct val="20000"/>
              </a:spcBef>
              <a:buFont typeface="Arial"/>
              <a:buChar char="•"/>
              <a:defRPr sz="1400" kern="1200">
                <a:solidFill>
                  <a:schemeClr val="tx1"/>
                </a:solidFill>
                <a:latin typeface="+mj-lt"/>
                <a:ea typeface="+mn-ea"/>
                <a:cs typeface="Arial"/>
              </a:defRPr>
            </a:lvl3pPr>
            <a:lvl4pPr marL="809625" indent="-273050" algn="l" defTabSz="457200" rtl="0" eaLnBrk="1" latinLnBrk="0" hangingPunct="1">
              <a:spcBef>
                <a:spcPct val="20000"/>
              </a:spcBef>
              <a:buFont typeface="Arial"/>
              <a:buChar char="–"/>
              <a:defRPr sz="1400" kern="1200">
                <a:solidFill>
                  <a:schemeClr val="tx1"/>
                </a:solidFill>
                <a:latin typeface="+mj-lt"/>
                <a:ea typeface="+mn-ea"/>
                <a:cs typeface="Arial"/>
              </a:defRPr>
            </a:lvl4pPr>
            <a:lvl5pPr marL="1073150" indent="-263525" algn="l" defTabSz="457200" rtl="0" eaLnBrk="1" latinLnBrk="0" hangingPunct="1">
              <a:spcBef>
                <a:spcPct val="20000"/>
              </a:spcBef>
              <a:buFont typeface="Arial"/>
              <a:buChar char="»"/>
              <a:defRPr sz="1400" kern="1200">
                <a:solidFill>
                  <a:schemeClr val="tx1"/>
                </a:solidFill>
                <a:latin typeface="+mj-lt"/>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es-ES" sz="2000" b="1" dirty="0" smtClean="0"/>
              <a:t>Contexto</a:t>
            </a:r>
            <a:endParaRPr lang="en-US" altLang="es-ES" sz="2000" b="1"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ntrada manual 14"/>
          <p:cNvSpPr/>
          <p:nvPr/>
        </p:nvSpPr>
        <p:spPr>
          <a:xfrm rot="5400000" flipH="1">
            <a:off x="642956" y="5231517"/>
            <a:ext cx="753577" cy="2069789"/>
          </a:xfrm>
          <a:prstGeom prst="flowChartManualInput">
            <a:avLst/>
          </a:prstGeom>
          <a:solidFill>
            <a:srgbClr val="FFFFFF">
              <a:alpha val="83137"/>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pic>
        <p:nvPicPr>
          <p:cNvPr id="3" name="Picture 2"/>
          <p:cNvPicPr>
            <a:picLocks noChangeAspect="1"/>
          </p:cNvPicPr>
          <p:nvPr/>
        </p:nvPicPr>
        <p:blipFill>
          <a:blip r:embed="rId1"/>
          <a:stretch>
            <a:fillRect/>
          </a:stretch>
        </p:blipFill>
        <p:spPr>
          <a:xfrm>
            <a:off x="205105" y="5941060"/>
            <a:ext cx="982345" cy="651510"/>
          </a:xfrm>
          <a:prstGeom prst="rect">
            <a:avLst/>
          </a:prstGeom>
        </p:spPr>
      </p:pic>
      <p:sp>
        <p:nvSpPr>
          <p:cNvPr id="2" name="Text Box 1"/>
          <p:cNvSpPr txBox="1"/>
          <p:nvPr/>
        </p:nvSpPr>
        <p:spPr>
          <a:xfrm>
            <a:off x="1419860" y="753110"/>
            <a:ext cx="1794510" cy="521970"/>
          </a:xfrm>
          <a:prstGeom prst="rect">
            <a:avLst/>
          </a:prstGeom>
          <a:noFill/>
        </p:spPr>
        <p:txBody>
          <a:bodyPr wrap="none" rtlCol="0" anchor="t">
            <a:spAutoFit/>
          </a:bodyPr>
          <a:p>
            <a:r>
              <a:rPr lang="en-US" altLang="en-US" sz="2800">
                <a:solidFill>
                  <a:srgbClr val="205390"/>
                </a:solidFill>
                <a:latin typeface="Arial" panose="02080604020202020204" pitchFamily="34" charset="0"/>
                <a:cs typeface="Arial" panose="02080604020202020204" pitchFamily="34" charset="0"/>
                <a:sym typeface="+mn-ea"/>
              </a:rPr>
              <a:t>Contexto</a:t>
            </a:r>
            <a:endParaRPr lang="en-US" altLang="en-US" sz="2800">
              <a:solidFill>
                <a:srgbClr val="205390"/>
              </a:solidFill>
              <a:latin typeface="Arial" panose="02080604020202020204" pitchFamily="34" charset="0"/>
              <a:cs typeface="Arial" panose="02080604020202020204" pitchFamily="34" charset="0"/>
              <a:sym typeface="+mn-ea"/>
            </a:endParaRPr>
          </a:p>
        </p:txBody>
      </p:sp>
      <p:sp>
        <p:nvSpPr>
          <p:cNvPr id="9" name="Marcador de texto 5"/>
          <p:cNvSpPr>
            <a:spLocks noGrp="1"/>
          </p:cNvSpPr>
          <p:nvPr/>
        </p:nvSpPr>
        <p:spPr>
          <a:xfrm>
            <a:off x="1419860" y="1274445"/>
            <a:ext cx="8697595" cy="4665980"/>
          </a:xfrm>
          <a:prstGeom prst="rect">
            <a:avLst/>
          </a:prstGeom>
        </p:spPr>
        <p:txBody>
          <a:bodyPr vert="horz" lIns="91440" tIns="45720" rIns="91440" bIns="45720" rtlCol="0" anchor="t" anchorCtr="0">
            <a:noAutofit/>
          </a:bodyPr>
          <a:lstStyle>
            <a:lvl1pPr marL="0" indent="0" algn="l" defTabSz="457200" rtl="0" eaLnBrk="1" latinLnBrk="0" hangingPunct="1">
              <a:lnSpc>
                <a:spcPct val="100000"/>
              </a:lnSpc>
              <a:spcBef>
                <a:spcPts val="600"/>
              </a:spcBef>
              <a:spcAft>
                <a:spcPts val="1200"/>
              </a:spcAft>
              <a:buFont typeface="Arial"/>
              <a:buNone/>
              <a:defRPr sz="4000" b="0" i="0" kern="1200" baseline="0">
                <a:solidFill>
                  <a:schemeClr val="tx1"/>
                </a:solidFill>
                <a:latin typeface="Century Gothic" panose="020B0502020202020204" pitchFamily="34" charset="0"/>
                <a:ea typeface="Century Gothic" panose="020B0502020202020204" pitchFamily="34" charset="0"/>
                <a:cs typeface="Century Gothic" panose="020B0502020202020204" pitchFamily="34" charset="0"/>
              </a:defRPr>
            </a:lvl1pPr>
            <a:lvl2pPr marL="0" indent="0" algn="l" defTabSz="457200" rtl="0" eaLnBrk="1" latinLnBrk="0" hangingPunct="1">
              <a:lnSpc>
                <a:spcPct val="100000"/>
              </a:lnSpc>
              <a:spcBef>
                <a:spcPts val="0"/>
              </a:spcBef>
              <a:spcAft>
                <a:spcPts val="600"/>
              </a:spcAft>
              <a:buFont typeface="Arial"/>
              <a:buNone/>
              <a:defRPr sz="1400" i="1" kern="1200">
                <a:solidFill>
                  <a:srgbClr val="9AAE04"/>
                </a:solidFill>
                <a:latin typeface="+mj-lt"/>
                <a:ea typeface="+mn-ea"/>
                <a:cs typeface="Arial"/>
              </a:defRPr>
            </a:lvl2pPr>
            <a:lvl3pPr marL="449580" indent="-176530" algn="l" defTabSz="457200" rtl="0" eaLnBrk="1" latinLnBrk="0" hangingPunct="1">
              <a:spcBef>
                <a:spcPct val="20000"/>
              </a:spcBef>
              <a:buFont typeface="Arial"/>
              <a:buChar char="•"/>
              <a:defRPr sz="1400" kern="1200">
                <a:solidFill>
                  <a:schemeClr val="tx1"/>
                </a:solidFill>
                <a:latin typeface="+mj-lt"/>
                <a:ea typeface="+mn-ea"/>
                <a:cs typeface="Arial"/>
              </a:defRPr>
            </a:lvl3pPr>
            <a:lvl4pPr marL="809625" indent="-273050" algn="l" defTabSz="457200" rtl="0" eaLnBrk="1" latinLnBrk="0" hangingPunct="1">
              <a:spcBef>
                <a:spcPct val="20000"/>
              </a:spcBef>
              <a:buFont typeface="Arial"/>
              <a:buChar char="–"/>
              <a:defRPr sz="1400" kern="1200">
                <a:solidFill>
                  <a:schemeClr val="tx1"/>
                </a:solidFill>
                <a:latin typeface="+mj-lt"/>
                <a:ea typeface="+mn-ea"/>
                <a:cs typeface="Arial"/>
              </a:defRPr>
            </a:lvl4pPr>
            <a:lvl5pPr marL="1073150" indent="-263525" algn="l" defTabSz="457200" rtl="0" eaLnBrk="1" latinLnBrk="0" hangingPunct="1">
              <a:spcBef>
                <a:spcPct val="20000"/>
              </a:spcBef>
              <a:buFont typeface="Arial"/>
              <a:buChar char="»"/>
              <a:defRPr sz="1400" kern="1200">
                <a:solidFill>
                  <a:schemeClr val="tx1"/>
                </a:solidFill>
                <a:latin typeface="+mj-lt"/>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n-US" altLang="es-ES" sz="1400" dirty="0" smtClean="0"/>
              <a:t>La adquisición y/o desarrollo de aplicaciones basadas en tecnologías orientadas a la web, se ha convertido en la actualidad en uno de los principales enfoques de cara a ofrecer servicios por parte de las organizaciones. Desde un enfoque tradicional donde el acceso a las aplicaciones debía ser realizado desde ubicaciones concretas, se ha evolucionado a un modelo donde la ubicación física no se considera un problema. Las aplicaciones pueden ser accedidas desde cualquier ubicación geográfica con el único requisito de disponer de un navegador web, el cual está presente en cualquier Sistema Operativo de hoy en día, incluso en dispositivos móviles.</a:t>
            </a:r>
            <a:endParaRPr lang="en-US" altLang="es-ES" sz="1400" dirty="0" smtClean="0"/>
          </a:p>
          <a:p>
            <a:pPr algn="just"/>
            <a:r>
              <a:rPr lang="en-US" altLang="es-ES" sz="1400" dirty="0" smtClean="0"/>
              <a:t>Desde la perspectiva de la seguridad, este enfoque de soluciones introduce nuevos desafíos que deben ser resueltos, sobre todo al ofrecer servicios de una forma globalizada que pueden ser accedidos desde cualquier ubicación. Si en los enfoques tradicionales, el área de informática enfocaba sus esfuerzos en proteger la infraestructura de comunicaciones y/o sistemas, ahora, un fallo en el diseño o configuración del aplicativo, podría permitir a un atacante sortear todos los controles de seguridad existentes en estos ámbitos, y comprometer, no solo a la aplicación, sino incluso a la Organización.</a:t>
            </a:r>
            <a:endParaRPr lang="en-US" altLang="es-ES" sz="1400" dirty="0" smtClean="0"/>
          </a:p>
          <a:p>
            <a:pPr algn="just"/>
            <a:r>
              <a:rPr lang="en-US" altLang="es-ES" sz="1400" dirty="0" smtClean="0"/>
              <a:t>Ante esto, la seguridad es considerada un aspecto clave en el ciclo de vida de los sistemas de información, dando lugar a actividades específicas en fases tales como su definición, desarrollo/adquisición, implementación y configuración. Una de estas actividades, típicamente empleada por las Organizaciones para verificar la seguridad de un aplicativo ya desarrollado, son las auditorías de aplicaciones web, las cuales se centran en la revisión de los principales problemas de seguridad que suelen explotarse por usuarios malintencionados a la hora de comprometer ésta.</a:t>
            </a:r>
            <a:endParaRPr lang="en-US" altLang="es-ES" sz="14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ntrada manual 14"/>
          <p:cNvSpPr/>
          <p:nvPr/>
        </p:nvSpPr>
        <p:spPr>
          <a:xfrm rot="5400000" flipH="1">
            <a:off x="642956" y="5231517"/>
            <a:ext cx="753577" cy="2069789"/>
          </a:xfrm>
          <a:prstGeom prst="flowChartManualInput">
            <a:avLst/>
          </a:prstGeom>
          <a:solidFill>
            <a:srgbClr val="FFFFFF">
              <a:alpha val="83137"/>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pic>
        <p:nvPicPr>
          <p:cNvPr id="3" name="Picture 2"/>
          <p:cNvPicPr>
            <a:picLocks noChangeAspect="1"/>
          </p:cNvPicPr>
          <p:nvPr/>
        </p:nvPicPr>
        <p:blipFill>
          <a:blip r:embed="rId1"/>
          <a:stretch>
            <a:fillRect/>
          </a:stretch>
        </p:blipFill>
        <p:spPr>
          <a:xfrm>
            <a:off x="205105" y="5941060"/>
            <a:ext cx="982345" cy="651510"/>
          </a:xfrm>
          <a:prstGeom prst="rect">
            <a:avLst/>
          </a:prstGeom>
        </p:spPr>
      </p:pic>
      <p:sp>
        <p:nvSpPr>
          <p:cNvPr id="2" name="Text Box 1"/>
          <p:cNvSpPr txBox="1"/>
          <p:nvPr/>
        </p:nvSpPr>
        <p:spPr>
          <a:xfrm>
            <a:off x="1419860" y="753110"/>
            <a:ext cx="1858645" cy="521970"/>
          </a:xfrm>
          <a:prstGeom prst="rect">
            <a:avLst/>
          </a:prstGeom>
          <a:noFill/>
        </p:spPr>
        <p:txBody>
          <a:bodyPr wrap="none" rtlCol="0" anchor="t">
            <a:spAutoFit/>
          </a:bodyPr>
          <a:p>
            <a:r>
              <a:rPr lang="en-US" altLang="en-US" sz="2800">
                <a:solidFill>
                  <a:srgbClr val="205390"/>
                </a:solidFill>
                <a:latin typeface="Arial" panose="02080604020202020204" pitchFamily="34" charset="0"/>
                <a:cs typeface="Arial" panose="02080604020202020204" pitchFamily="34" charset="0"/>
                <a:sym typeface="+mn-ea"/>
              </a:rPr>
              <a:t>Objetivos</a:t>
            </a:r>
            <a:endParaRPr lang="en-US" altLang="en-US" sz="2800">
              <a:solidFill>
                <a:srgbClr val="205390"/>
              </a:solidFill>
              <a:latin typeface="Arial" panose="02080604020202020204" pitchFamily="34" charset="0"/>
              <a:cs typeface="Arial" panose="02080604020202020204" pitchFamily="34" charset="0"/>
              <a:sym typeface="+mn-ea"/>
            </a:endParaRPr>
          </a:p>
        </p:txBody>
      </p:sp>
      <p:sp>
        <p:nvSpPr>
          <p:cNvPr id="9" name="Marcador de texto 5"/>
          <p:cNvSpPr>
            <a:spLocks noGrp="1"/>
          </p:cNvSpPr>
          <p:nvPr/>
        </p:nvSpPr>
        <p:spPr>
          <a:xfrm>
            <a:off x="1419860" y="1274445"/>
            <a:ext cx="8697595" cy="1662430"/>
          </a:xfrm>
          <a:prstGeom prst="rect">
            <a:avLst/>
          </a:prstGeom>
        </p:spPr>
        <p:txBody>
          <a:bodyPr vert="horz" lIns="91440" tIns="45720" rIns="91440" bIns="45720" rtlCol="0" anchor="t" anchorCtr="0">
            <a:noAutofit/>
          </a:bodyPr>
          <a:lstStyle>
            <a:lvl1pPr marL="0" indent="0" algn="l" defTabSz="457200" rtl="0" eaLnBrk="1" latinLnBrk="0" hangingPunct="1">
              <a:lnSpc>
                <a:spcPct val="100000"/>
              </a:lnSpc>
              <a:spcBef>
                <a:spcPts val="600"/>
              </a:spcBef>
              <a:spcAft>
                <a:spcPts val="1200"/>
              </a:spcAft>
              <a:buFont typeface="Arial"/>
              <a:buNone/>
              <a:defRPr sz="4000" b="0" i="0" kern="1200" baseline="0">
                <a:solidFill>
                  <a:schemeClr val="tx1"/>
                </a:solidFill>
                <a:latin typeface="Century Gothic" panose="020B0502020202020204" pitchFamily="34" charset="0"/>
                <a:ea typeface="Century Gothic" panose="020B0502020202020204" pitchFamily="34" charset="0"/>
                <a:cs typeface="Century Gothic" panose="020B0502020202020204" pitchFamily="34" charset="0"/>
              </a:defRPr>
            </a:lvl1pPr>
            <a:lvl2pPr marL="0" indent="0" algn="l" defTabSz="457200" rtl="0" eaLnBrk="1" latinLnBrk="0" hangingPunct="1">
              <a:lnSpc>
                <a:spcPct val="100000"/>
              </a:lnSpc>
              <a:spcBef>
                <a:spcPts val="0"/>
              </a:spcBef>
              <a:spcAft>
                <a:spcPts val="600"/>
              </a:spcAft>
              <a:buFont typeface="Arial"/>
              <a:buNone/>
              <a:defRPr sz="1400" i="1" kern="1200">
                <a:solidFill>
                  <a:srgbClr val="9AAE04"/>
                </a:solidFill>
                <a:latin typeface="+mj-lt"/>
                <a:ea typeface="+mn-ea"/>
                <a:cs typeface="Arial"/>
              </a:defRPr>
            </a:lvl2pPr>
            <a:lvl3pPr marL="449580" indent="-176530" algn="l" defTabSz="457200" rtl="0" eaLnBrk="1" latinLnBrk="0" hangingPunct="1">
              <a:spcBef>
                <a:spcPct val="20000"/>
              </a:spcBef>
              <a:buFont typeface="Arial"/>
              <a:buChar char="•"/>
              <a:defRPr sz="1400" kern="1200">
                <a:solidFill>
                  <a:schemeClr val="tx1"/>
                </a:solidFill>
                <a:latin typeface="+mj-lt"/>
                <a:ea typeface="+mn-ea"/>
                <a:cs typeface="Arial"/>
              </a:defRPr>
            </a:lvl3pPr>
            <a:lvl4pPr marL="809625" indent="-273050" algn="l" defTabSz="457200" rtl="0" eaLnBrk="1" latinLnBrk="0" hangingPunct="1">
              <a:spcBef>
                <a:spcPct val="20000"/>
              </a:spcBef>
              <a:buFont typeface="Arial"/>
              <a:buChar char="–"/>
              <a:defRPr sz="1400" kern="1200">
                <a:solidFill>
                  <a:schemeClr val="tx1"/>
                </a:solidFill>
                <a:latin typeface="+mj-lt"/>
                <a:ea typeface="+mn-ea"/>
                <a:cs typeface="Arial"/>
              </a:defRPr>
            </a:lvl4pPr>
            <a:lvl5pPr marL="1073150" indent="-263525" algn="l" defTabSz="457200" rtl="0" eaLnBrk="1" latinLnBrk="0" hangingPunct="1">
              <a:spcBef>
                <a:spcPct val="20000"/>
              </a:spcBef>
              <a:buFont typeface="Arial"/>
              <a:buChar char="»"/>
              <a:defRPr sz="1400" kern="1200">
                <a:solidFill>
                  <a:schemeClr val="tx1"/>
                </a:solidFill>
                <a:latin typeface="+mj-lt"/>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sz="1400" dirty="0" smtClean="0">
                <a:sym typeface="+mn-ea"/>
              </a:rPr>
              <a:t>La presente auditoría tiene como objeto revisar la seguridad del BOT de People, desarrollado por el área de RPA, con el fin de identificar las vulnerabilidades activas y posibles, con el fin de mejorar la seguridad del BOT, y que este no represente un riesgo para la compañía.</a:t>
            </a:r>
            <a:endParaRPr sz="1400" dirty="0" smtClean="0">
              <a:sym typeface="+mn-ea"/>
            </a:endParaRPr>
          </a:p>
          <a:p>
            <a:pPr algn="just"/>
            <a:r>
              <a:rPr sz="1400" dirty="0" smtClean="0">
                <a:sym typeface="+mn-ea"/>
              </a:rPr>
              <a:t>Conocer los procesos realizados por el BOT con el fin de realizar un modelado de amenazas, basado en los activos y componentes usados por este durante su funcionamiento.</a:t>
            </a:r>
            <a:endParaRPr lang="en-US" altLang="es-ES" sz="14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ntrada manual 14"/>
          <p:cNvSpPr/>
          <p:nvPr/>
        </p:nvSpPr>
        <p:spPr>
          <a:xfrm rot="5400000" flipH="1">
            <a:off x="642956" y="5231517"/>
            <a:ext cx="753577" cy="2069789"/>
          </a:xfrm>
          <a:prstGeom prst="flowChartManualInput">
            <a:avLst/>
          </a:prstGeom>
          <a:solidFill>
            <a:srgbClr val="FFFFFF">
              <a:alpha val="83137"/>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pic>
        <p:nvPicPr>
          <p:cNvPr id="3" name="Picture 2"/>
          <p:cNvPicPr>
            <a:picLocks noChangeAspect="1"/>
          </p:cNvPicPr>
          <p:nvPr/>
        </p:nvPicPr>
        <p:blipFill>
          <a:blip r:embed="rId1"/>
          <a:stretch>
            <a:fillRect/>
          </a:stretch>
        </p:blipFill>
        <p:spPr>
          <a:xfrm>
            <a:off x="205105" y="5941060"/>
            <a:ext cx="982345" cy="651510"/>
          </a:xfrm>
          <a:prstGeom prst="rect">
            <a:avLst/>
          </a:prstGeom>
        </p:spPr>
      </p:pic>
      <p:sp>
        <p:nvSpPr>
          <p:cNvPr id="2" name="Text Box 1"/>
          <p:cNvSpPr txBox="1"/>
          <p:nvPr/>
        </p:nvSpPr>
        <p:spPr>
          <a:xfrm>
            <a:off x="1419860" y="753110"/>
            <a:ext cx="1578610" cy="521970"/>
          </a:xfrm>
          <a:prstGeom prst="rect">
            <a:avLst/>
          </a:prstGeom>
          <a:noFill/>
        </p:spPr>
        <p:txBody>
          <a:bodyPr wrap="none" rtlCol="0" anchor="t">
            <a:spAutoFit/>
          </a:bodyPr>
          <a:p>
            <a:r>
              <a:rPr lang="en-US" altLang="en-US" sz="2800">
                <a:solidFill>
                  <a:srgbClr val="205390"/>
                </a:solidFill>
                <a:latin typeface="Arial" panose="02080604020202020204" pitchFamily="34" charset="0"/>
                <a:cs typeface="Arial" panose="02080604020202020204" pitchFamily="34" charset="0"/>
                <a:sym typeface="+mn-ea"/>
              </a:rPr>
              <a:t>Alcance</a:t>
            </a:r>
            <a:endParaRPr lang="en-US" altLang="en-US" sz="2800">
              <a:solidFill>
                <a:srgbClr val="205390"/>
              </a:solidFill>
              <a:latin typeface="Arial" panose="02080604020202020204" pitchFamily="34" charset="0"/>
              <a:cs typeface="Arial" panose="02080604020202020204" pitchFamily="34" charset="0"/>
              <a:sym typeface="+mn-ea"/>
            </a:endParaRPr>
          </a:p>
        </p:txBody>
      </p:sp>
      <p:sp>
        <p:nvSpPr>
          <p:cNvPr id="9" name="Marcador de texto 5"/>
          <p:cNvSpPr>
            <a:spLocks noGrp="1"/>
          </p:cNvSpPr>
          <p:nvPr/>
        </p:nvSpPr>
        <p:spPr>
          <a:xfrm>
            <a:off x="1419860" y="1274445"/>
            <a:ext cx="8697595" cy="1662430"/>
          </a:xfrm>
          <a:prstGeom prst="rect">
            <a:avLst/>
          </a:prstGeom>
        </p:spPr>
        <p:txBody>
          <a:bodyPr vert="horz" lIns="91440" tIns="45720" rIns="91440" bIns="45720" rtlCol="0" anchor="t" anchorCtr="0">
            <a:noAutofit/>
          </a:bodyPr>
          <a:lstStyle>
            <a:lvl1pPr marL="0" indent="0" algn="l" defTabSz="457200" rtl="0" eaLnBrk="1" latinLnBrk="0" hangingPunct="1">
              <a:lnSpc>
                <a:spcPct val="100000"/>
              </a:lnSpc>
              <a:spcBef>
                <a:spcPts val="600"/>
              </a:spcBef>
              <a:spcAft>
                <a:spcPts val="1200"/>
              </a:spcAft>
              <a:buFont typeface="Arial"/>
              <a:buNone/>
              <a:defRPr sz="4000" b="0" i="0" kern="1200" baseline="0">
                <a:solidFill>
                  <a:schemeClr val="tx1"/>
                </a:solidFill>
                <a:latin typeface="Century Gothic" panose="020B0502020202020204" pitchFamily="34" charset="0"/>
                <a:ea typeface="Century Gothic" panose="020B0502020202020204" pitchFamily="34" charset="0"/>
                <a:cs typeface="Century Gothic" panose="020B0502020202020204" pitchFamily="34" charset="0"/>
              </a:defRPr>
            </a:lvl1pPr>
            <a:lvl2pPr marL="0" indent="0" algn="l" defTabSz="457200" rtl="0" eaLnBrk="1" latinLnBrk="0" hangingPunct="1">
              <a:lnSpc>
                <a:spcPct val="100000"/>
              </a:lnSpc>
              <a:spcBef>
                <a:spcPts val="0"/>
              </a:spcBef>
              <a:spcAft>
                <a:spcPts val="600"/>
              </a:spcAft>
              <a:buFont typeface="Arial"/>
              <a:buNone/>
              <a:defRPr sz="1400" i="1" kern="1200">
                <a:solidFill>
                  <a:srgbClr val="9AAE04"/>
                </a:solidFill>
                <a:latin typeface="+mj-lt"/>
                <a:ea typeface="+mn-ea"/>
                <a:cs typeface="Arial"/>
              </a:defRPr>
            </a:lvl2pPr>
            <a:lvl3pPr marL="449580" indent="-176530" algn="l" defTabSz="457200" rtl="0" eaLnBrk="1" latinLnBrk="0" hangingPunct="1">
              <a:spcBef>
                <a:spcPct val="20000"/>
              </a:spcBef>
              <a:buFont typeface="Arial"/>
              <a:buChar char="•"/>
              <a:defRPr sz="1400" kern="1200">
                <a:solidFill>
                  <a:schemeClr val="tx1"/>
                </a:solidFill>
                <a:latin typeface="+mj-lt"/>
                <a:ea typeface="+mn-ea"/>
                <a:cs typeface="Arial"/>
              </a:defRPr>
            </a:lvl3pPr>
            <a:lvl4pPr marL="809625" indent="-273050" algn="l" defTabSz="457200" rtl="0" eaLnBrk="1" latinLnBrk="0" hangingPunct="1">
              <a:spcBef>
                <a:spcPct val="20000"/>
              </a:spcBef>
              <a:buFont typeface="Arial"/>
              <a:buChar char="–"/>
              <a:defRPr sz="1400" kern="1200">
                <a:solidFill>
                  <a:schemeClr val="tx1"/>
                </a:solidFill>
                <a:latin typeface="+mj-lt"/>
                <a:ea typeface="+mn-ea"/>
                <a:cs typeface="Arial"/>
              </a:defRPr>
            </a:lvl4pPr>
            <a:lvl5pPr marL="1073150" indent="-263525" algn="l" defTabSz="457200" rtl="0" eaLnBrk="1" latinLnBrk="0" hangingPunct="1">
              <a:spcBef>
                <a:spcPct val="20000"/>
              </a:spcBef>
              <a:buFont typeface="Arial"/>
              <a:buChar char="»"/>
              <a:defRPr sz="1400" kern="1200">
                <a:solidFill>
                  <a:schemeClr val="tx1"/>
                </a:solidFill>
                <a:latin typeface="+mj-lt"/>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n-US" altLang="es-ES" sz="1400" dirty="0" smtClean="0">
                <a:sym typeface="+mn-ea"/>
              </a:rPr>
              <a:t>A continuación se detallan los resultados del modelado amenazas de seguridad y los resultados de la auditoría, realizado por el área de Aeroespacial y defensa, como propuesta de las pruebas realizadas al BOT de People, desarrollado por RPA.</a:t>
            </a:r>
            <a:endParaRPr lang="en-US" altLang="es-ES" sz="1400" dirty="0" smtClean="0"/>
          </a:p>
          <a:p>
            <a:pPr algn="just"/>
            <a:r>
              <a:rPr lang="en-US" altLang="es-ES" sz="1400" dirty="0" smtClean="0">
                <a:sym typeface="+mn-ea"/>
              </a:rPr>
              <a:t>Los resultados obtenidos durante el proceso permiten identificar las oportunidades de mejora a futuro para nuevos desarrollos de BOTs, sin embargo, cabe mencionar que estas pruebas no son un estándar para todos los desarrollos, dado que puede variar las pruebas dado el contexto del BOT.</a:t>
            </a:r>
            <a:endParaRPr lang="en-US" altLang="es-ES" sz="14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ntrada manual 14"/>
          <p:cNvSpPr/>
          <p:nvPr/>
        </p:nvSpPr>
        <p:spPr>
          <a:xfrm rot="5400000" flipH="1">
            <a:off x="642956" y="5231517"/>
            <a:ext cx="753577" cy="2069789"/>
          </a:xfrm>
          <a:prstGeom prst="flowChartManualInput">
            <a:avLst/>
          </a:prstGeom>
          <a:solidFill>
            <a:srgbClr val="FFFFFF">
              <a:alpha val="83137"/>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pic>
        <p:nvPicPr>
          <p:cNvPr id="3" name="Picture 2"/>
          <p:cNvPicPr>
            <a:picLocks noChangeAspect="1"/>
          </p:cNvPicPr>
          <p:nvPr/>
        </p:nvPicPr>
        <p:blipFill>
          <a:blip r:embed="rId2"/>
          <a:stretch>
            <a:fillRect/>
          </a:stretch>
        </p:blipFill>
        <p:spPr>
          <a:xfrm>
            <a:off x="205105" y="5941060"/>
            <a:ext cx="982345" cy="651510"/>
          </a:xfrm>
          <a:prstGeom prst="rect">
            <a:avLst/>
          </a:prstGeom>
        </p:spPr>
      </p:pic>
      <p:sp>
        <p:nvSpPr>
          <p:cNvPr id="2" name="Text Box 1"/>
          <p:cNvSpPr txBox="1"/>
          <p:nvPr/>
        </p:nvSpPr>
        <p:spPr>
          <a:xfrm>
            <a:off x="1419860" y="753110"/>
            <a:ext cx="4439285" cy="521970"/>
          </a:xfrm>
          <a:prstGeom prst="rect">
            <a:avLst/>
          </a:prstGeom>
          <a:noFill/>
        </p:spPr>
        <p:txBody>
          <a:bodyPr wrap="none" rtlCol="0" anchor="t">
            <a:spAutoFit/>
          </a:bodyPr>
          <a:p>
            <a:r>
              <a:rPr lang="en-US" altLang="en-US" sz="2800">
                <a:solidFill>
                  <a:srgbClr val="205390"/>
                </a:solidFill>
                <a:latin typeface="Arial" panose="02080604020202020204" pitchFamily="34" charset="0"/>
                <a:cs typeface="Arial" panose="02080604020202020204" pitchFamily="34" charset="0"/>
                <a:sym typeface="+mn-ea"/>
              </a:rPr>
              <a:t>Presentación resultados</a:t>
            </a:r>
            <a:endParaRPr lang="en-US" altLang="en-US" sz="2800">
              <a:solidFill>
                <a:srgbClr val="205390"/>
              </a:solidFill>
              <a:latin typeface="Arial" panose="02080604020202020204" pitchFamily="34" charset="0"/>
              <a:cs typeface="Arial" panose="02080604020202020204" pitchFamily="34" charset="0"/>
              <a:sym typeface="+mn-ea"/>
            </a:endParaRPr>
          </a:p>
        </p:txBody>
      </p:sp>
      <p:graphicFrame>
        <p:nvGraphicFramePr>
          <p:cNvPr id="4" name="Chart 3"/>
          <p:cNvGraphicFramePr/>
          <p:nvPr/>
        </p:nvGraphicFramePr>
        <p:xfrm>
          <a:off x="6066790" y="3197860"/>
          <a:ext cx="4572000" cy="27432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5" name="Table 4"/>
          <p:cNvGraphicFramePr/>
          <p:nvPr/>
        </p:nvGraphicFramePr>
        <p:xfrm>
          <a:off x="1286510" y="4853940"/>
          <a:ext cx="4572635" cy="1087120"/>
        </p:xfrm>
        <a:graphic>
          <a:graphicData uri="http://schemas.openxmlformats.org/drawingml/2006/table">
            <a:tbl>
              <a:tblPr firstRow="1" bandRow="1">
                <a:tableStyleId>{5C22544A-7EE6-4342-B048-85BDC9FD1C3A}</a:tableStyleId>
              </a:tblPr>
              <a:tblGrid>
                <a:gridCol w="2875280"/>
                <a:gridCol w="1697355"/>
              </a:tblGrid>
              <a:tr h="271780">
                <a:tc>
                  <a:txBody>
                    <a:bodyPr/>
                    <a:p>
                      <a:pPr indent="0" algn="ctr">
                        <a:buNone/>
                      </a:pPr>
                      <a:r>
                        <a:rPr lang="en-US" sz="1400" b="1">
                          <a:solidFill>
                            <a:srgbClr val="000000"/>
                          </a:solidFill>
                          <a:cs typeface="+mn-lt"/>
                        </a:rPr>
                        <a:t>Vulnerabilidades</a:t>
                      </a:r>
                      <a:endParaRPr lang="en-US" sz="1400" b="1">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a:txBody>
                    <a:bodyPr/>
                    <a:p>
                      <a:pPr indent="0" algn="ctr">
                        <a:buNone/>
                      </a:pPr>
                      <a:r>
                        <a:rPr lang="en-US" sz="1400" b="1">
                          <a:solidFill>
                            <a:srgbClr val="000000"/>
                          </a:solidFill>
                          <a:cs typeface="+mn-lt"/>
                        </a:rPr>
                        <a:t>Cantidad</a:t>
                      </a:r>
                      <a:endParaRPr lang="en-US" sz="1400" b="1">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r>
              <a:tr h="271780">
                <a:tc>
                  <a:txBody>
                    <a:bodyPr/>
                    <a:p>
                      <a:pPr indent="0" algn="ctr">
                        <a:buNone/>
                      </a:pPr>
                      <a:r>
                        <a:rPr lang="en-US" sz="1400" b="0">
                          <a:solidFill>
                            <a:srgbClr val="000000"/>
                          </a:solidFill>
                          <a:cs typeface="+mn-lt"/>
                        </a:rPr>
                        <a:t>ALTO</a:t>
                      </a:r>
                      <a:endParaRPr lang="en-US" sz="1400" b="0">
                        <a:solidFill>
                          <a:srgbClr val="000000"/>
                        </a:solidFill>
                        <a:cs typeface="+mn-lt"/>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0000"/>
                    </a:solidFill>
                  </a:tcPr>
                </a:tc>
                <a:tc>
                  <a:txBody>
                    <a:bodyPr/>
                    <a:p>
                      <a:pPr indent="0" algn="ctr">
                        <a:buNone/>
                      </a:pPr>
                      <a:r>
                        <a:rPr lang="en-US" sz="1400" b="0">
                          <a:solidFill>
                            <a:srgbClr val="000000"/>
                          </a:solidFill>
                          <a:cs typeface="+mn-lt"/>
                        </a:rPr>
                        <a:t>6</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71780">
                <a:tc>
                  <a:txBody>
                    <a:bodyPr/>
                    <a:p>
                      <a:pPr indent="0" algn="ctr">
                        <a:buNone/>
                      </a:pPr>
                      <a:r>
                        <a:rPr lang="en-US" sz="1400" b="0">
                          <a:solidFill>
                            <a:srgbClr val="000000"/>
                          </a:solidFill>
                          <a:cs typeface="+mn-lt"/>
                        </a:rPr>
                        <a:t>MEDIA</a:t>
                      </a:r>
                      <a:endParaRPr lang="en-US" sz="1400" b="0">
                        <a:solidFill>
                          <a:srgbClr val="000000"/>
                        </a:solidFill>
                        <a:cs typeface="+mn-lt"/>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00"/>
                    </a:solidFill>
                  </a:tcPr>
                </a:tc>
                <a:tc>
                  <a:txBody>
                    <a:bodyPr/>
                    <a:p>
                      <a:pPr indent="0" algn="ctr">
                        <a:buNone/>
                      </a:pPr>
                      <a:r>
                        <a:rPr lang="en-US" sz="1400" b="0">
                          <a:solidFill>
                            <a:srgbClr val="000000"/>
                          </a:solidFill>
                          <a:cs typeface="+mn-lt"/>
                        </a:rPr>
                        <a:t>3</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71780">
                <a:tc>
                  <a:txBody>
                    <a:bodyPr/>
                    <a:p>
                      <a:pPr indent="0" algn="ctr">
                        <a:buNone/>
                      </a:pPr>
                      <a:r>
                        <a:rPr lang="en-US" sz="1400" b="0">
                          <a:solidFill>
                            <a:srgbClr val="000000"/>
                          </a:solidFill>
                          <a:cs typeface="+mn-lt"/>
                        </a:rPr>
                        <a:t>BAJO</a:t>
                      </a:r>
                      <a:endParaRPr lang="en-US" sz="1400" b="0">
                        <a:solidFill>
                          <a:srgbClr val="000000"/>
                        </a:solidFill>
                        <a:cs typeface="+mn-lt"/>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2D050"/>
                    </a:solidFill>
                  </a:tcPr>
                </a:tc>
                <a:tc>
                  <a:txBody>
                    <a:bodyPr/>
                    <a:p>
                      <a:pPr indent="0" algn="ctr">
                        <a:buNone/>
                      </a:pPr>
                      <a:r>
                        <a:rPr lang="en-US" sz="1400" b="0">
                          <a:solidFill>
                            <a:srgbClr val="000000"/>
                          </a:solidFill>
                          <a:cs typeface="+mn-lt"/>
                        </a:rPr>
                        <a:t>1</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7" name="Marcador de texto 5"/>
          <p:cNvSpPr>
            <a:spLocks noGrp="1"/>
          </p:cNvSpPr>
          <p:nvPr/>
        </p:nvSpPr>
        <p:spPr>
          <a:xfrm>
            <a:off x="1419860" y="1274445"/>
            <a:ext cx="8697595" cy="1662430"/>
          </a:xfrm>
          <a:prstGeom prst="rect">
            <a:avLst/>
          </a:prstGeom>
        </p:spPr>
        <p:txBody>
          <a:bodyPr vert="horz" lIns="91440" tIns="45720" rIns="91440" bIns="45720" rtlCol="0" anchor="t" anchorCtr="0">
            <a:noAutofit/>
          </a:bodyPr>
          <a:lstStyle>
            <a:lvl1pPr marL="0" indent="0" algn="l" defTabSz="457200" rtl="0" eaLnBrk="1" latinLnBrk="0" hangingPunct="1">
              <a:lnSpc>
                <a:spcPct val="100000"/>
              </a:lnSpc>
              <a:spcBef>
                <a:spcPts val="600"/>
              </a:spcBef>
              <a:spcAft>
                <a:spcPts val="1200"/>
              </a:spcAft>
              <a:buFont typeface="Arial"/>
              <a:buNone/>
              <a:defRPr sz="4000" b="0" i="0" kern="1200" baseline="0">
                <a:solidFill>
                  <a:schemeClr val="tx1"/>
                </a:solidFill>
                <a:latin typeface="Century Gothic" panose="020B0502020202020204" pitchFamily="34" charset="0"/>
                <a:ea typeface="Century Gothic" panose="020B0502020202020204" pitchFamily="34" charset="0"/>
                <a:cs typeface="Century Gothic" panose="020B0502020202020204" pitchFamily="34" charset="0"/>
              </a:defRPr>
            </a:lvl1pPr>
            <a:lvl2pPr marL="0" indent="0" algn="l" defTabSz="457200" rtl="0" eaLnBrk="1" latinLnBrk="0" hangingPunct="1">
              <a:lnSpc>
                <a:spcPct val="100000"/>
              </a:lnSpc>
              <a:spcBef>
                <a:spcPts val="0"/>
              </a:spcBef>
              <a:spcAft>
                <a:spcPts val="600"/>
              </a:spcAft>
              <a:buFont typeface="Arial"/>
              <a:buNone/>
              <a:defRPr sz="1400" i="1" kern="1200">
                <a:solidFill>
                  <a:srgbClr val="9AAE04"/>
                </a:solidFill>
                <a:latin typeface="+mj-lt"/>
                <a:ea typeface="+mn-ea"/>
                <a:cs typeface="Arial"/>
              </a:defRPr>
            </a:lvl2pPr>
            <a:lvl3pPr marL="449580" indent="-176530" algn="l" defTabSz="457200" rtl="0" eaLnBrk="1" latinLnBrk="0" hangingPunct="1">
              <a:spcBef>
                <a:spcPct val="20000"/>
              </a:spcBef>
              <a:buFont typeface="Arial"/>
              <a:buChar char="•"/>
              <a:defRPr sz="1400" kern="1200">
                <a:solidFill>
                  <a:schemeClr val="tx1"/>
                </a:solidFill>
                <a:latin typeface="+mj-lt"/>
                <a:ea typeface="+mn-ea"/>
                <a:cs typeface="Arial"/>
              </a:defRPr>
            </a:lvl3pPr>
            <a:lvl4pPr marL="809625" indent="-273050" algn="l" defTabSz="457200" rtl="0" eaLnBrk="1" latinLnBrk="0" hangingPunct="1">
              <a:spcBef>
                <a:spcPct val="20000"/>
              </a:spcBef>
              <a:buFont typeface="Arial"/>
              <a:buChar char="–"/>
              <a:defRPr sz="1400" kern="1200">
                <a:solidFill>
                  <a:schemeClr val="tx1"/>
                </a:solidFill>
                <a:latin typeface="+mj-lt"/>
                <a:ea typeface="+mn-ea"/>
                <a:cs typeface="Arial"/>
              </a:defRPr>
            </a:lvl4pPr>
            <a:lvl5pPr marL="1073150" indent="-263525" algn="l" defTabSz="457200" rtl="0" eaLnBrk="1" latinLnBrk="0" hangingPunct="1">
              <a:spcBef>
                <a:spcPct val="20000"/>
              </a:spcBef>
              <a:buFont typeface="Arial"/>
              <a:buChar char="»"/>
              <a:defRPr sz="1400" kern="1200">
                <a:solidFill>
                  <a:schemeClr val="tx1"/>
                </a:solidFill>
                <a:latin typeface="+mj-lt"/>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sz="1400" dirty="0" smtClean="0">
                <a:sym typeface="+mn-ea"/>
              </a:rPr>
              <a:t>Tras la realización de las distintas pruebas se han detectado varias vulnerabilidades, concretamente 0 vulnerabilidades catalogadas como críticas, </a:t>
            </a:r>
            <a:r>
              <a:rPr sz="1400" b="1" dirty="0" smtClean="0">
                <a:solidFill>
                  <a:srgbClr val="FF0000"/>
                </a:solidFill>
                <a:sym typeface="+mn-ea"/>
              </a:rPr>
              <a:t>1 </a:t>
            </a:r>
            <a:r>
              <a:rPr sz="1400" dirty="0" smtClean="0">
                <a:sym typeface="+mn-ea"/>
              </a:rPr>
              <a:t>catalogadas como altas, </a:t>
            </a:r>
            <a:r>
              <a:rPr sz="1400" b="1" dirty="0" smtClean="0">
                <a:solidFill>
                  <a:srgbClr val="FFC000"/>
                </a:solidFill>
                <a:sym typeface="+mn-ea"/>
              </a:rPr>
              <a:t>3 </a:t>
            </a:r>
            <a:r>
              <a:rPr sz="1400" dirty="0" smtClean="0">
                <a:sym typeface="+mn-ea"/>
              </a:rPr>
              <a:t>catalogadas como medias, </a:t>
            </a:r>
            <a:r>
              <a:rPr sz="1400" b="1" dirty="0" smtClean="0">
                <a:solidFill>
                  <a:srgbClr val="92D050"/>
                </a:solidFill>
                <a:sym typeface="+mn-ea"/>
              </a:rPr>
              <a:t>0 </a:t>
            </a:r>
            <a:r>
              <a:rPr sz="1400" dirty="0" smtClean="0">
                <a:sym typeface="+mn-ea"/>
              </a:rPr>
              <a:t>catalogada como baja.</a:t>
            </a:r>
            <a:endParaRPr sz="1400" dirty="0" smtClean="0">
              <a:sym typeface="+mn-ea"/>
            </a:endParaRPr>
          </a:p>
          <a:p>
            <a:pPr algn="just"/>
            <a:r>
              <a:rPr sz="1400" dirty="0" smtClean="0">
                <a:sym typeface="+mn-ea"/>
              </a:rPr>
              <a:t>A continuación, se refleja una gráfica donde se aprecian las deficiencias de seguridad del aplicativo agrupadas por el nivel de riesgo:</a:t>
            </a:r>
            <a:endParaRPr sz="1400" dirty="0" smtClean="0">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ntrada manual 14"/>
          <p:cNvSpPr/>
          <p:nvPr/>
        </p:nvSpPr>
        <p:spPr>
          <a:xfrm rot="5400000" flipH="1">
            <a:off x="642956" y="5231517"/>
            <a:ext cx="753577" cy="2069789"/>
          </a:xfrm>
          <a:prstGeom prst="flowChartManualInput">
            <a:avLst/>
          </a:prstGeom>
          <a:solidFill>
            <a:srgbClr val="FFFFFF">
              <a:alpha val="83137"/>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pic>
        <p:nvPicPr>
          <p:cNvPr id="3" name="Picture 2"/>
          <p:cNvPicPr>
            <a:picLocks noChangeAspect="1"/>
          </p:cNvPicPr>
          <p:nvPr/>
        </p:nvPicPr>
        <p:blipFill>
          <a:blip r:embed="rId1"/>
          <a:stretch>
            <a:fillRect/>
          </a:stretch>
        </p:blipFill>
        <p:spPr>
          <a:xfrm>
            <a:off x="205105" y="5941060"/>
            <a:ext cx="982345" cy="651510"/>
          </a:xfrm>
          <a:prstGeom prst="rect">
            <a:avLst/>
          </a:prstGeom>
        </p:spPr>
      </p:pic>
      <p:sp>
        <p:nvSpPr>
          <p:cNvPr id="29" name="Elipse 28"/>
          <p:cNvSpPr/>
          <p:nvPr/>
        </p:nvSpPr>
        <p:spPr>
          <a:xfrm>
            <a:off x="8209896" y="4287774"/>
            <a:ext cx="174260" cy="174260"/>
          </a:xfrm>
          <a:prstGeom prst="ellipse">
            <a:avLst/>
          </a:prstGeom>
          <a:solidFill>
            <a:srgbClr val="81A969"/>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p>
            <a:pPr algn="ctr"/>
            <a:endParaRPr lang="es-CO" kern="0">
              <a:solidFill>
                <a:srgbClr val="FF6600"/>
              </a:solidFill>
              <a:latin typeface="Calibri"/>
            </a:endParaRPr>
          </a:p>
        </p:txBody>
      </p:sp>
      <p:sp>
        <p:nvSpPr>
          <p:cNvPr id="30" name="Elipse 29"/>
          <p:cNvSpPr/>
          <p:nvPr/>
        </p:nvSpPr>
        <p:spPr>
          <a:xfrm>
            <a:off x="8209896" y="3984170"/>
            <a:ext cx="174260" cy="174260"/>
          </a:xfrm>
          <a:prstGeom prst="ellipse">
            <a:avLst/>
          </a:prstGeom>
          <a:solidFill>
            <a:srgbClr val="FF66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p>
            <a:pPr algn="ctr"/>
            <a:endParaRPr lang="es-CO" kern="0">
              <a:solidFill>
                <a:srgbClr val="FF6600"/>
              </a:solidFill>
              <a:latin typeface="Calibri"/>
            </a:endParaRPr>
          </a:p>
        </p:txBody>
      </p:sp>
      <p:sp>
        <p:nvSpPr>
          <p:cNvPr id="32" name="Elipse 31"/>
          <p:cNvSpPr/>
          <p:nvPr/>
        </p:nvSpPr>
        <p:spPr>
          <a:xfrm>
            <a:off x="8209896" y="1680544"/>
            <a:ext cx="174260" cy="174260"/>
          </a:xfrm>
          <a:prstGeom prst="ellipse">
            <a:avLst/>
          </a:prstGeom>
          <a:solidFill>
            <a:srgbClr val="C00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es-CO" sz="1800" b="0" i="0" u="none" strike="noStrike" kern="0" cap="none" spc="0" normalizeH="0" baseline="0" noProof="0" smtClean="0">
              <a:ln>
                <a:noFill/>
              </a:ln>
              <a:solidFill>
                <a:srgbClr val="FFFFFF"/>
              </a:solidFill>
              <a:effectLst/>
              <a:uLnTx/>
              <a:uFillTx/>
              <a:latin typeface="Calibri"/>
              <a:ea typeface="+mn-ea"/>
              <a:cs typeface="+mn-cs"/>
            </a:endParaRPr>
          </a:p>
        </p:txBody>
      </p:sp>
      <p:graphicFrame>
        <p:nvGraphicFramePr>
          <p:cNvPr id="9" name="Table 8"/>
          <p:cNvGraphicFramePr/>
          <p:nvPr/>
        </p:nvGraphicFramePr>
        <p:xfrm>
          <a:off x="1778635" y="1337945"/>
          <a:ext cx="8634730" cy="3213100"/>
        </p:xfrm>
        <a:graphic>
          <a:graphicData uri="http://schemas.openxmlformats.org/drawingml/2006/table">
            <a:tbl>
              <a:tblPr firstRow="1" bandRow="1">
                <a:tableStyleId>{5C22544A-7EE6-4342-B048-85BDC9FD1C3A}</a:tableStyleId>
              </a:tblPr>
              <a:tblGrid>
                <a:gridCol w="2615565"/>
                <a:gridCol w="3685540"/>
                <a:gridCol w="1367790"/>
                <a:gridCol w="965835"/>
              </a:tblGrid>
              <a:tr h="292100">
                <a:tc>
                  <a:txBody>
                    <a:bodyPr/>
                    <a:p>
                      <a:pPr indent="0" algn="ctr">
                        <a:buNone/>
                      </a:pPr>
                      <a:r>
                        <a:rPr lang="en-US" sz="1400" b="0">
                          <a:solidFill>
                            <a:srgbClr val="000000"/>
                          </a:solidFill>
                          <a:cs typeface="+mn-lt"/>
                        </a:rPr>
                        <a:t>Activo</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2D050"/>
                    </a:solidFill>
                  </a:tcPr>
                </a:tc>
                <a:tc>
                  <a:txBody>
                    <a:bodyPr/>
                    <a:p>
                      <a:pPr indent="0" algn="ctr">
                        <a:buNone/>
                      </a:pPr>
                      <a:r>
                        <a:rPr lang="en-US" sz="1400" b="0">
                          <a:solidFill>
                            <a:srgbClr val="000000"/>
                          </a:solidFill>
                          <a:cs typeface="+mn-lt"/>
                        </a:rPr>
                        <a:t>Vulnerabilidad</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2D050"/>
                    </a:solidFill>
                  </a:tcPr>
                </a:tc>
                <a:tc>
                  <a:txBody>
                    <a:bodyPr/>
                    <a:p>
                      <a:pPr indent="0" algn="ctr">
                        <a:buNone/>
                      </a:pPr>
                      <a:r>
                        <a:rPr lang="en-US" sz="1400" b="0">
                          <a:solidFill>
                            <a:srgbClr val="000000"/>
                          </a:solidFill>
                          <a:cs typeface="+mn-lt"/>
                        </a:rPr>
                        <a:t>Severidad</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2D050"/>
                    </a:solidFill>
                  </a:tcPr>
                </a:tc>
                <a:tc>
                  <a:txBody>
                    <a:bodyPr/>
                    <a:p>
                      <a:pPr indent="0" algn="ctr">
                        <a:buNone/>
                      </a:pPr>
                      <a:r>
                        <a:rPr lang="en-US" sz="1400" b="0">
                          <a:solidFill>
                            <a:srgbClr val="000000"/>
                          </a:solidFill>
                          <a:cs typeface="+mn-lt"/>
                        </a:rPr>
                        <a:t>Cantidad</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2D050"/>
                    </a:solidFill>
                  </a:tcPr>
                </a:tc>
              </a:tr>
              <a:tr h="292100">
                <a:tc>
                  <a:txBody>
                    <a:bodyPr/>
                    <a:p>
                      <a:pPr indent="0">
                        <a:buNone/>
                      </a:pPr>
                      <a:r>
                        <a:rPr lang="en-US" sz="1400" b="0">
                          <a:solidFill>
                            <a:srgbClr val="000000"/>
                          </a:solidFill>
                          <a:cs typeface="+mn-lt"/>
                        </a:rPr>
                        <a:t>Base de datos</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400" b="0">
                          <a:solidFill>
                            <a:srgbClr val="000000"/>
                          </a:solidFill>
                          <a:cs typeface="+mn-lt"/>
                        </a:rPr>
                        <a:t>Acceso a base de datos sin restricción</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FF0000"/>
                          </a:solidFill>
                          <a:cs typeface="+mn-lt"/>
                        </a:rPr>
                        <a:t>ALT</a:t>
                      </a:r>
                      <a:r>
                        <a:rPr lang="en-US" altLang="en-US" sz="1400" b="0">
                          <a:solidFill>
                            <a:srgbClr val="FF0000"/>
                          </a:solidFill>
                          <a:cs typeface="+mn-lt"/>
                        </a:rPr>
                        <a:t>A</a:t>
                      </a:r>
                      <a:endParaRPr lang="en-US" altLang="en-US" sz="1400" b="0">
                        <a:solidFill>
                          <a:srgbClr val="FF0000"/>
                        </a:solidFill>
                        <a:cs typeface="+mn-lt"/>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cs typeface="+mn-lt"/>
                        </a:rPr>
                        <a:t>1</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92100">
                <a:tc>
                  <a:txBody>
                    <a:bodyPr/>
                    <a:p>
                      <a:pPr indent="0">
                        <a:buNone/>
                      </a:pPr>
                      <a:r>
                        <a:rPr lang="en-US" sz="1400" b="0">
                          <a:solidFill>
                            <a:srgbClr val="000000"/>
                          </a:solidFill>
                          <a:cs typeface="+mn-lt"/>
                        </a:rPr>
                        <a:t>Excel</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400" b="0">
                          <a:solidFill>
                            <a:srgbClr val="000000"/>
                          </a:solidFill>
                          <a:cs typeface="+mn-lt"/>
                        </a:rPr>
                        <a:t>Contraseñas en texto plano (Excel)</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FF0000"/>
                          </a:solidFill>
                          <a:cs typeface="+mn-lt"/>
                        </a:rPr>
                        <a:t>ALT</a:t>
                      </a:r>
                      <a:r>
                        <a:rPr lang="en-US" altLang="en-US" sz="1400" b="0">
                          <a:solidFill>
                            <a:srgbClr val="FF0000"/>
                          </a:solidFill>
                          <a:cs typeface="+mn-lt"/>
                        </a:rPr>
                        <a:t>A</a:t>
                      </a:r>
                      <a:endParaRPr lang="en-US" altLang="en-US" sz="1400" b="0">
                        <a:solidFill>
                          <a:srgbClr val="FF0000"/>
                        </a:solidFill>
                        <a:cs typeface="+mn-lt"/>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cs typeface="+mn-lt"/>
                        </a:rPr>
                        <a:t>1</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92100">
                <a:tc>
                  <a:txBody>
                    <a:bodyPr/>
                    <a:p>
                      <a:pPr indent="0">
                        <a:buNone/>
                      </a:pPr>
                      <a:r>
                        <a:rPr lang="en-US" sz="1400" b="0">
                          <a:solidFill>
                            <a:srgbClr val="000000"/>
                          </a:solidFill>
                          <a:cs typeface="+mn-lt"/>
                        </a:rPr>
                        <a:t>Computador Desktop</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400" b="0">
                          <a:solidFill>
                            <a:srgbClr val="000000"/>
                          </a:solidFill>
                          <a:cs typeface="+mn-lt"/>
                        </a:rPr>
                        <a:t>Permisos elevados en equipo local</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FF0000"/>
                          </a:solidFill>
                          <a:cs typeface="+mn-lt"/>
                        </a:rPr>
                        <a:t>ALT</a:t>
                      </a:r>
                      <a:r>
                        <a:rPr lang="en-US" altLang="en-US" sz="1400" b="0">
                          <a:solidFill>
                            <a:srgbClr val="FF0000"/>
                          </a:solidFill>
                          <a:cs typeface="+mn-lt"/>
                        </a:rPr>
                        <a:t>A</a:t>
                      </a:r>
                      <a:endParaRPr lang="en-US" altLang="en-US" sz="1400" b="0">
                        <a:solidFill>
                          <a:srgbClr val="FF0000"/>
                        </a:solidFill>
                        <a:cs typeface="+mn-lt"/>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cs typeface="+mn-lt"/>
                        </a:rPr>
                        <a:t>1</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92100">
                <a:tc>
                  <a:txBody>
                    <a:bodyPr/>
                    <a:p>
                      <a:pPr indent="0">
                        <a:buNone/>
                      </a:pPr>
                      <a:r>
                        <a:rPr lang="en-US" sz="1400" b="0">
                          <a:solidFill>
                            <a:srgbClr val="000000"/>
                          </a:solidFill>
                          <a:cs typeface="+mn-lt"/>
                        </a:rPr>
                        <a:t>Computador Desktop</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400" b="0">
                          <a:solidFill>
                            <a:srgbClr val="000000"/>
                          </a:solidFill>
                          <a:cs typeface="+mn-lt"/>
                        </a:rPr>
                        <a:t>Equipo desatendido</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FF0000"/>
                          </a:solidFill>
                          <a:cs typeface="+mn-lt"/>
                        </a:rPr>
                        <a:t>ALT</a:t>
                      </a:r>
                      <a:r>
                        <a:rPr lang="en-US" altLang="en-US" sz="1400" b="0">
                          <a:solidFill>
                            <a:srgbClr val="FF0000"/>
                          </a:solidFill>
                          <a:cs typeface="+mn-lt"/>
                        </a:rPr>
                        <a:t>A</a:t>
                      </a:r>
                      <a:endParaRPr lang="en-US" altLang="en-US" sz="1400" b="0">
                        <a:solidFill>
                          <a:srgbClr val="FF0000"/>
                        </a:solidFill>
                        <a:cs typeface="+mn-lt"/>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cs typeface="+mn-lt"/>
                        </a:rPr>
                        <a:t>1</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92100">
                <a:tc>
                  <a:txBody>
                    <a:bodyPr/>
                    <a:p>
                      <a:pPr indent="0">
                        <a:buNone/>
                      </a:pPr>
                      <a:r>
                        <a:rPr lang="en-US" sz="1400" b="0">
                          <a:solidFill>
                            <a:srgbClr val="000000"/>
                          </a:solidFill>
                          <a:cs typeface="+mn-lt"/>
                        </a:rPr>
                        <a:t>Computador Desktop</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400" b="0">
                          <a:solidFill>
                            <a:srgbClr val="000000"/>
                          </a:solidFill>
                          <a:cs typeface="+mn-lt"/>
                        </a:rPr>
                        <a:t>Política de USB</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FF0000"/>
                          </a:solidFill>
                          <a:cs typeface="+mn-lt"/>
                        </a:rPr>
                        <a:t>ALT</a:t>
                      </a:r>
                      <a:r>
                        <a:rPr lang="en-US" altLang="en-US" sz="1400" b="0">
                          <a:solidFill>
                            <a:srgbClr val="FF0000"/>
                          </a:solidFill>
                          <a:cs typeface="+mn-lt"/>
                        </a:rPr>
                        <a:t>A</a:t>
                      </a:r>
                      <a:endParaRPr lang="en-US" altLang="en-US" sz="1400" b="0">
                        <a:solidFill>
                          <a:srgbClr val="FF0000"/>
                        </a:solidFill>
                        <a:cs typeface="+mn-lt"/>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cs typeface="+mn-lt"/>
                        </a:rPr>
                        <a:t>1</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92100">
                <a:tc>
                  <a:txBody>
                    <a:bodyPr/>
                    <a:p>
                      <a:pPr indent="0">
                        <a:buNone/>
                      </a:pPr>
                      <a:r>
                        <a:rPr lang="en-US" sz="1400" b="0">
                          <a:solidFill>
                            <a:srgbClr val="000000"/>
                          </a:solidFill>
                          <a:cs typeface="+mn-lt"/>
                        </a:rPr>
                        <a:t>Automation Anywhere (BOT)</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400" b="0">
                          <a:solidFill>
                            <a:srgbClr val="000000"/>
                          </a:solidFill>
                          <a:cs typeface="+mn-lt"/>
                        </a:rPr>
                        <a:t>Modificación de archivos adjuntos</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FF0000"/>
                          </a:solidFill>
                          <a:cs typeface="+mn-lt"/>
                        </a:rPr>
                        <a:t>ALT</a:t>
                      </a:r>
                      <a:r>
                        <a:rPr lang="en-US" altLang="en-US" sz="1400" b="0">
                          <a:solidFill>
                            <a:srgbClr val="FF0000"/>
                          </a:solidFill>
                          <a:cs typeface="+mn-lt"/>
                        </a:rPr>
                        <a:t>A</a:t>
                      </a:r>
                      <a:endParaRPr lang="en-US" altLang="en-US" sz="1400" b="0">
                        <a:solidFill>
                          <a:srgbClr val="FF0000"/>
                        </a:solidFill>
                        <a:cs typeface="+mn-lt"/>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cs typeface="+mn-lt"/>
                        </a:rPr>
                        <a:t>1</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92100">
                <a:tc>
                  <a:txBody>
                    <a:bodyPr/>
                    <a:p>
                      <a:pPr indent="0">
                        <a:buNone/>
                      </a:pPr>
                      <a:r>
                        <a:rPr lang="en-US" sz="1400" b="0">
                          <a:solidFill>
                            <a:srgbClr val="000000"/>
                          </a:solidFill>
                          <a:cs typeface="+mn-lt"/>
                        </a:rPr>
                        <a:t>Automation Anywhere</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400" b="0">
                          <a:solidFill>
                            <a:srgbClr val="000000"/>
                          </a:solidFill>
                          <a:cs typeface="+mn-lt"/>
                        </a:rPr>
                        <a:t>Comunicación insegura</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FFC000"/>
                          </a:solidFill>
                          <a:cs typeface="+mn-lt"/>
                        </a:rPr>
                        <a:t>MEDIA</a:t>
                      </a:r>
                      <a:endParaRPr lang="en-US" sz="1400" b="0">
                        <a:solidFill>
                          <a:srgbClr val="FFC000"/>
                        </a:solidFill>
                        <a:cs typeface="+mn-lt"/>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cs typeface="+mn-lt"/>
                        </a:rPr>
                        <a:t>1</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92100">
                <a:tc>
                  <a:txBody>
                    <a:bodyPr/>
                    <a:p>
                      <a:pPr indent="0">
                        <a:buNone/>
                      </a:pPr>
                      <a:r>
                        <a:rPr lang="en-US" sz="1400" b="0">
                          <a:solidFill>
                            <a:srgbClr val="000000"/>
                          </a:solidFill>
                          <a:cs typeface="+mn-lt"/>
                        </a:rPr>
                        <a:t>Excel</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400" b="0">
                          <a:solidFill>
                            <a:srgbClr val="000000"/>
                          </a:solidFill>
                          <a:cs typeface="+mn-lt"/>
                        </a:rPr>
                        <a:t>Modificacion de parametros de configuración</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FFC000"/>
                          </a:solidFill>
                          <a:cs typeface="+mn-lt"/>
                        </a:rPr>
                        <a:t>MEDIO</a:t>
                      </a:r>
                      <a:endParaRPr lang="en-US" sz="1400" b="0">
                        <a:solidFill>
                          <a:srgbClr val="FFC000"/>
                        </a:solidFill>
                        <a:cs typeface="+mn-lt"/>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cs typeface="+mn-lt"/>
                        </a:rPr>
                        <a:t>1</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92100">
                <a:tc>
                  <a:txBody>
                    <a:bodyPr/>
                    <a:p>
                      <a:pPr indent="0">
                        <a:buNone/>
                      </a:pPr>
                      <a:r>
                        <a:rPr lang="en-US" sz="1400" b="0">
                          <a:solidFill>
                            <a:srgbClr val="000000"/>
                          </a:solidFill>
                          <a:cs typeface="+mn-lt"/>
                        </a:rPr>
                        <a:t>Automation Anywhere (BOT)</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400" b="0">
                          <a:solidFill>
                            <a:srgbClr val="000000"/>
                          </a:solidFill>
                          <a:cs typeface="+mn-lt"/>
                        </a:rPr>
                        <a:t>Inyecciones de SQL</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FFC000"/>
                          </a:solidFill>
                          <a:cs typeface="+mn-lt"/>
                        </a:rPr>
                        <a:t>MEDIO</a:t>
                      </a:r>
                      <a:endParaRPr lang="en-US" sz="1400" b="0">
                        <a:solidFill>
                          <a:srgbClr val="FFC000"/>
                        </a:solidFill>
                        <a:cs typeface="+mn-lt"/>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cs typeface="+mn-lt"/>
                        </a:rPr>
                        <a:t>1</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92100">
                <a:tc>
                  <a:txBody>
                    <a:bodyPr/>
                    <a:p>
                      <a:pPr indent="0">
                        <a:buNone/>
                      </a:pPr>
                      <a:r>
                        <a:rPr lang="en-US" sz="1400" b="0">
                          <a:solidFill>
                            <a:srgbClr val="000000"/>
                          </a:solidFill>
                          <a:cs typeface="+mn-lt"/>
                        </a:rPr>
                        <a:t>Base de datos</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400" b="0">
                          <a:solidFill>
                            <a:srgbClr val="000000"/>
                          </a:solidFill>
                          <a:cs typeface="+mn-lt"/>
                        </a:rPr>
                        <a:t>Base de datos sin ofuscar</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B050"/>
                          </a:solidFill>
                          <a:cs typeface="+mn-lt"/>
                        </a:rPr>
                        <a:t>BAJ</a:t>
                      </a:r>
                      <a:r>
                        <a:rPr lang="en-US" altLang="en-US" sz="1400" b="0">
                          <a:solidFill>
                            <a:srgbClr val="00B050"/>
                          </a:solidFill>
                          <a:cs typeface="+mn-lt"/>
                        </a:rPr>
                        <a:t>A</a:t>
                      </a:r>
                      <a:endParaRPr lang="en-US" altLang="en-US" sz="1400" b="0">
                        <a:solidFill>
                          <a:srgbClr val="00B050"/>
                        </a:solidFill>
                        <a:cs typeface="+mn-lt"/>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cs typeface="+mn-lt"/>
                        </a:rPr>
                        <a:t>1</a:t>
                      </a:r>
                      <a:endParaRPr lang="en-US" sz="1400" b="0">
                        <a:solidFill>
                          <a:srgbClr val="000000"/>
                        </a:solidFill>
                        <a:cs typeface="+mn-lt"/>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10" name="Elipse 31"/>
          <p:cNvSpPr/>
          <p:nvPr/>
        </p:nvSpPr>
        <p:spPr>
          <a:xfrm>
            <a:off x="8209896" y="1960579"/>
            <a:ext cx="174260" cy="174260"/>
          </a:xfrm>
          <a:prstGeom prst="ellipse">
            <a:avLst/>
          </a:prstGeom>
          <a:solidFill>
            <a:srgbClr val="C00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es-CO" sz="1800" b="0" i="0" u="none" strike="noStrike" kern="0" cap="none" spc="0" normalizeH="0" baseline="0" noProof="0" smtClean="0">
              <a:ln>
                <a:noFill/>
              </a:ln>
              <a:solidFill>
                <a:srgbClr val="FFFFFF"/>
              </a:solidFill>
              <a:effectLst/>
              <a:uLnTx/>
              <a:uFillTx/>
              <a:latin typeface="Calibri"/>
              <a:ea typeface="+mn-ea"/>
              <a:cs typeface="+mn-cs"/>
            </a:endParaRPr>
          </a:p>
        </p:txBody>
      </p:sp>
      <p:sp>
        <p:nvSpPr>
          <p:cNvPr id="11" name="Elipse 31"/>
          <p:cNvSpPr/>
          <p:nvPr/>
        </p:nvSpPr>
        <p:spPr>
          <a:xfrm>
            <a:off x="8209896" y="2255854"/>
            <a:ext cx="174260" cy="174260"/>
          </a:xfrm>
          <a:prstGeom prst="ellipse">
            <a:avLst/>
          </a:prstGeom>
          <a:solidFill>
            <a:srgbClr val="C00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es-CO" sz="1800" b="0" i="0" u="none" strike="noStrike" kern="0" cap="none" spc="0" normalizeH="0" baseline="0" noProof="0" smtClean="0">
              <a:ln>
                <a:noFill/>
              </a:ln>
              <a:solidFill>
                <a:srgbClr val="FFFFFF"/>
              </a:solidFill>
              <a:effectLst/>
              <a:uLnTx/>
              <a:uFillTx/>
              <a:latin typeface="Calibri"/>
              <a:ea typeface="+mn-ea"/>
              <a:cs typeface="+mn-cs"/>
            </a:endParaRPr>
          </a:p>
        </p:txBody>
      </p:sp>
      <p:sp>
        <p:nvSpPr>
          <p:cNvPr id="12" name="Elipse 31"/>
          <p:cNvSpPr/>
          <p:nvPr/>
        </p:nvSpPr>
        <p:spPr>
          <a:xfrm>
            <a:off x="8209896" y="2550494"/>
            <a:ext cx="174260" cy="174260"/>
          </a:xfrm>
          <a:prstGeom prst="ellipse">
            <a:avLst/>
          </a:prstGeom>
          <a:solidFill>
            <a:srgbClr val="C00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es-CO" sz="1800" b="0" i="0" u="none" strike="noStrike" kern="0" cap="none" spc="0" normalizeH="0" baseline="0" noProof="0" smtClean="0">
              <a:ln>
                <a:noFill/>
              </a:ln>
              <a:solidFill>
                <a:srgbClr val="FFFFFF"/>
              </a:solidFill>
              <a:effectLst/>
              <a:uLnTx/>
              <a:uFillTx/>
              <a:latin typeface="Calibri"/>
              <a:ea typeface="+mn-ea"/>
              <a:cs typeface="+mn-cs"/>
            </a:endParaRPr>
          </a:p>
        </p:txBody>
      </p:sp>
      <p:sp>
        <p:nvSpPr>
          <p:cNvPr id="13" name="Elipse 31"/>
          <p:cNvSpPr/>
          <p:nvPr/>
        </p:nvSpPr>
        <p:spPr>
          <a:xfrm>
            <a:off x="8209896" y="2838784"/>
            <a:ext cx="174260" cy="174260"/>
          </a:xfrm>
          <a:prstGeom prst="ellipse">
            <a:avLst/>
          </a:prstGeom>
          <a:solidFill>
            <a:srgbClr val="C00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es-CO" sz="1800" b="0" i="0" u="none" strike="noStrike" kern="0" cap="none" spc="0" normalizeH="0" baseline="0" noProof="0" smtClean="0">
              <a:ln>
                <a:noFill/>
              </a:ln>
              <a:solidFill>
                <a:srgbClr val="FFFFFF"/>
              </a:solidFill>
              <a:effectLst/>
              <a:uLnTx/>
              <a:uFillTx/>
              <a:latin typeface="Calibri"/>
              <a:ea typeface="+mn-ea"/>
              <a:cs typeface="+mn-cs"/>
            </a:endParaRPr>
          </a:p>
        </p:txBody>
      </p:sp>
      <p:sp>
        <p:nvSpPr>
          <p:cNvPr id="14" name="Elipse 31"/>
          <p:cNvSpPr/>
          <p:nvPr/>
        </p:nvSpPr>
        <p:spPr>
          <a:xfrm>
            <a:off x="8209896" y="3129614"/>
            <a:ext cx="174260" cy="174260"/>
          </a:xfrm>
          <a:prstGeom prst="ellipse">
            <a:avLst/>
          </a:prstGeom>
          <a:solidFill>
            <a:srgbClr val="C00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es-CO" sz="1800" b="0" i="0" u="none" strike="noStrike" kern="0" cap="none" spc="0" normalizeH="0" baseline="0" noProof="0" smtClean="0">
              <a:ln>
                <a:noFill/>
              </a:ln>
              <a:solidFill>
                <a:srgbClr val="FFFFFF"/>
              </a:solidFill>
              <a:effectLst/>
              <a:uLnTx/>
              <a:uFillTx/>
              <a:latin typeface="Calibri"/>
              <a:ea typeface="+mn-ea"/>
              <a:cs typeface="+mn-cs"/>
            </a:endParaRPr>
          </a:p>
        </p:txBody>
      </p:sp>
      <p:sp>
        <p:nvSpPr>
          <p:cNvPr id="16" name="Elipse 27"/>
          <p:cNvSpPr/>
          <p:nvPr/>
        </p:nvSpPr>
        <p:spPr>
          <a:xfrm>
            <a:off x="8209896" y="3399814"/>
            <a:ext cx="174260" cy="174260"/>
          </a:xfrm>
          <a:prstGeom prst="ellipse">
            <a:avLst/>
          </a:prstGeom>
          <a:solidFill>
            <a:srgbClr val="FF66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p>
            <a:pPr algn="ctr"/>
            <a:endParaRPr lang="es-CO" kern="0">
              <a:solidFill>
                <a:srgbClr val="FF6600"/>
              </a:solidFill>
              <a:latin typeface="Calibri"/>
            </a:endParaRPr>
          </a:p>
        </p:txBody>
      </p:sp>
      <p:sp>
        <p:nvSpPr>
          <p:cNvPr id="17" name="Elipse 27"/>
          <p:cNvSpPr/>
          <p:nvPr/>
        </p:nvSpPr>
        <p:spPr>
          <a:xfrm>
            <a:off x="8209896" y="3694454"/>
            <a:ext cx="174260" cy="174260"/>
          </a:xfrm>
          <a:prstGeom prst="ellipse">
            <a:avLst/>
          </a:prstGeom>
          <a:solidFill>
            <a:srgbClr val="FF66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p>
            <a:pPr algn="ctr"/>
            <a:endParaRPr lang="es-CO" kern="0">
              <a:solidFill>
                <a:srgbClr val="FF6600"/>
              </a:solidFill>
              <a:latin typeface="Calibri"/>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ntrada manual 14"/>
          <p:cNvSpPr/>
          <p:nvPr/>
        </p:nvSpPr>
        <p:spPr>
          <a:xfrm rot="5400000" flipH="1">
            <a:off x="642956" y="5231517"/>
            <a:ext cx="753577" cy="2069789"/>
          </a:xfrm>
          <a:prstGeom prst="flowChartManualInput">
            <a:avLst/>
          </a:prstGeom>
          <a:solidFill>
            <a:srgbClr val="FFFFFF">
              <a:alpha val="83137"/>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pic>
        <p:nvPicPr>
          <p:cNvPr id="3" name="Picture 2"/>
          <p:cNvPicPr>
            <a:picLocks noChangeAspect="1"/>
          </p:cNvPicPr>
          <p:nvPr/>
        </p:nvPicPr>
        <p:blipFill>
          <a:blip r:embed="rId1"/>
          <a:stretch>
            <a:fillRect/>
          </a:stretch>
        </p:blipFill>
        <p:spPr>
          <a:xfrm>
            <a:off x="205105" y="5941060"/>
            <a:ext cx="982345" cy="651510"/>
          </a:xfrm>
          <a:prstGeom prst="rect">
            <a:avLst/>
          </a:prstGeom>
        </p:spPr>
      </p:pic>
      <p:sp>
        <p:nvSpPr>
          <p:cNvPr id="2" name="Text Box 1"/>
          <p:cNvSpPr txBox="1"/>
          <p:nvPr/>
        </p:nvSpPr>
        <p:spPr>
          <a:xfrm>
            <a:off x="1419860" y="753110"/>
            <a:ext cx="6494145" cy="521970"/>
          </a:xfrm>
          <a:prstGeom prst="rect">
            <a:avLst/>
          </a:prstGeom>
          <a:noFill/>
        </p:spPr>
        <p:txBody>
          <a:bodyPr wrap="none" rtlCol="0" anchor="t">
            <a:spAutoFit/>
          </a:bodyPr>
          <a:p>
            <a:r>
              <a:rPr lang="en-US" altLang="en-US" sz="2800">
                <a:solidFill>
                  <a:srgbClr val="205390"/>
                </a:solidFill>
                <a:latin typeface="Arial" panose="02080604020202020204" pitchFamily="34" charset="0"/>
                <a:cs typeface="Arial" panose="02080604020202020204" pitchFamily="34" charset="0"/>
                <a:sym typeface="+mn-ea"/>
              </a:rPr>
              <a:t>Vulnerabilidades de mayor impacto</a:t>
            </a:r>
            <a:endParaRPr lang="en-US" altLang="en-US" sz="2800">
              <a:solidFill>
                <a:srgbClr val="205390"/>
              </a:solidFill>
              <a:latin typeface="Arial" panose="02080604020202020204" pitchFamily="34" charset="0"/>
              <a:cs typeface="Arial" panose="02080604020202020204" pitchFamily="34" charset="0"/>
              <a:sym typeface="+mn-ea"/>
            </a:endParaRPr>
          </a:p>
        </p:txBody>
      </p:sp>
      <p:graphicFrame>
        <p:nvGraphicFramePr>
          <p:cNvPr id="33" name="Table 32"/>
          <p:cNvGraphicFramePr/>
          <p:nvPr/>
        </p:nvGraphicFramePr>
        <p:xfrm>
          <a:off x="2052955" y="1402080"/>
          <a:ext cx="8137525" cy="5445125"/>
        </p:xfrm>
        <a:graphic>
          <a:graphicData uri="http://schemas.openxmlformats.org/drawingml/2006/table">
            <a:tbl>
              <a:tblPr firstRow="1" bandRow="1">
                <a:tableStyleId>{5C22544A-7EE6-4342-B048-85BDC9FD1C3A}</a:tableStyleId>
              </a:tblPr>
              <a:tblGrid>
                <a:gridCol w="1384935"/>
                <a:gridCol w="208280"/>
                <a:gridCol w="3554095"/>
                <a:gridCol w="1113790"/>
                <a:gridCol w="927100"/>
                <a:gridCol w="949325"/>
              </a:tblGrid>
              <a:tr h="446405">
                <a:tc>
                  <a:txBody>
                    <a:bodyPr/>
                    <a:p>
                      <a:pPr algn="ctr" fontAlgn="ctr">
                        <a:buNone/>
                      </a:pPr>
                      <a:r>
                        <a:rPr lang="en-US" altLang="en-US" sz="1400" b="1">
                          <a:solidFill>
                            <a:schemeClr val="bg1"/>
                          </a:solidFill>
                        </a:rPr>
                        <a:t>Ref</a:t>
                      </a:r>
                      <a:endParaRPr lang="en-US" altLang="en-US" sz="1400" b="1">
                        <a:solidFill>
                          <a:schemeClr val="bg1"/>
                        </a:solidFill>
                      </a:endParaRPr>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gridSpan="5">
                  <a:txBody>
                    <a:bodyPr/>
                    <a:p>
                      <a:pPr>
                        <a:buNone/>
                      </a:pPr>
                      <a:r>
                        <a:rPr lang="en-US" sz="1400"/>
                        <a:t>OTG-AUTHN-001</a:t>
                      </a: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r>
              <a:tr h="1153795">
                <a:tc>
                  <a:txBody>
                    <a:bodyPr/>
                    <a:p>
                      <a:pPr algn="ctr" fontAlgn="ctr">
                        <a:buNone/>
                      </a:pPr>
                      <a:r>
                        <a:rPr lang="en-US" altLang="en-US" sz="1400" b="1">
                          <a:solidFill>
                            <a:schemeClr val="bg1"/>
                          </a:solidFill>
                        </a:rPr>
                        <a:t>Descripción</a:t>
                      </a:r>
                      <a:endParaRPr lang="en-US" altLang="en-US" sz="1400" b="1">
                        <a:solidFill>
                          <a:schemeClr val="bg1"/>
                        </a:solidFill>
                      </a:endParaRPr>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rgbClr val="4F80BD"/>
                    </a:solidFill>
                  </a:tcPr>
                </a:tc>
                <a:tc gridSpan="5">
                  <a:txBody>
                    <a:bodyPr/>
                    <a:p>
                      <a:pPr>
                        <a:buNone/>
                      </a:pPr>
                      <a:endParaRPr lang="en-US" sz="1400" u="sng">
                        <a:solidFill>
                          <a:schemeClr val="tx1"/>
                        </a:solidFill>
                        <a:uFillTx/>
                      </a:endParaRPr>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chemeClr val="bg1"/>
                    </a:solidFill>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r>
              <a:tr h="580390">
                <a:tc>
                  <a:txBody>
                    <a:bodyPr/>
                    <a:p>
                      <a:pPr algn="ctr" fontAlgn="ctr">
                        <a:buNone/>
                      </a:pPr>
                      <a:r>
                        <a:rPr lang="en-US" altLang="en-US" sz="1400" b="1">
                          <a:solidFill>
                            <a:schemeClr val="bg1"/>
                          </a:solidFill>
                        </a:rPr>
                        <a:t>Referencias</a:t>
                      </a:r>
                      <a:endParaRPr lang="en-US" altLang="en-US" sz="1400" b="1">
                        <a:solidFill>
                          <a:schemeClr val="bg1"/>
                        </a:solidFill>
                      </a:endParaRPr>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rgbClr val="4F80BD"/>
                    </a:solidFill>
                  </a:tcPr>
                </a:tc>
                <a:tc gridSpan="5">
                  <a:txBody>
                    <a:bodyPr/>
                    <a:p>
                      <a:pPr>
                        <a:buNone/>
                      </a:pP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chemeClr val="bg1"/>
                    </a:solidFill>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r>
              <a:tr h="447040">
                <a:tc rowSpan="2">
                  <a:txBody>
                    <a:bodyPr/>
                    <a:p>
                      <a:pPr algn="ctr" fontAlgn="ctr">
                        <a:buNone/>
                      </a:pPr>
                      <a:r>
                        <a:rPr lang="en-US" altLang="en-US" sz="1400" b="1">
                          <a:solidFill>
                            <a:schemeClr val="bg1"/>
                          </a:solidFill>
                        </a:rPr>
                        <a:t>Riesgo asociado</a:t>
                      </a:r>
                      <a:endParaRPr lang="en-US" altLang="en-US" sz="1400" b="1">
                        <a:solidFill>
                          <a:schemeClr val="bg1"/>
                        </a:solidFill>
                      </a:endParaRPr>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rgbClr val="4F80BD"/>
                    </a:solidFill>
                  </a:tcPr>
                </a:tc>
                <a:tc rowSpan="2">
                  <a:txBody>
                    <a:bodyPr/>
                    <a:p>
                      <a:pPr fontAlgn="ctr">
                        <a:buNone/>
                      </a:pP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gradFill>
                      <a:gsLst>
                        <a:gs pos="100000">
                          <a:srgbClr val="FE4444"/>
                        </a:gs>
                        <a:gs pos="100000">
                          <a:srgbClr val="832B2B"/>
                        </a:gs>
                      </a:gsLst>
                      <a:lin ang="5400000" scaled="0"/>
                    </a:gradFill>
                  </a:tcPr>
                </a:tc>
                <a:tc>
                  <a:txBody>
                    <a:bodyPr/>
                    <a:p>
                      <a:pPr algn="ctr" fontAlgn="ctr">
                        <a:buNone/>
                      </a:pPr>
                      <a:r>
                        <a:rPr lang="en-US" altLang="en-US" sz="1400" b="1"/>
                        <a:t>Vulnerabilidad</a:t>
                      </a:r>
                      <a:endParaRPr lang="en-US" altLang="en-US" sz="1400" b="1"/>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a:txBody>
                    <a:bodyPr/>
                    <a:p>
                      <a:pPr algn="ctr" fontAlgn="ctr">
                        <a:buNone/>
                      </a:pPr>
                      <a:r>
                        <a:rPr lang="en-US" altLang="en-US" sz="1400" b="1"/>
                        <a:t>Amenaza</a:t>
                      </a:r>
                      <a:endParaRPr lang="en-US" altLang="en-US" sz="1400" b="1"/>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a:txBody>
                    <a:bodyPr/>
                    <a:p>
                      <a:pPr algn="ctr" fontAlgn="ctr">
                        <a:buNone/>
                      </a:pPr>
                      <a:r>
                        <a:rPr lang="en-US" altLang="en-US" sz="1400" b="1"/>
                        <a:t>Factores</a:t>
                      </a:r>
                      <a:endParaRPr lang="en-US" altLang="en-US" sz="1400" b="1"/>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a:txBody>
                    <a:bodyPr/>
                    <a:p>
                      <a:pPr algn="ctr" fontAlgn="ctr">
                        <a:buNone/>
                      </a:pPr>
                      <a:r>
                        <a:rPr lang="en-US" altLang="en-US" sz="1400" b="1"/>
                        <a:t>Impacto</a:t>
                      </a:r>
                      <a:endParaRPr lang="en-US" altLang="en-US" sz="1400" b="1"/>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r>
              <a:tr h="1243965">
                <a:tc vMerge="1">
                  <a:tcPr>
                    <a:lnL w="12700">
                      <a:solidFill>
                        <a:schemeClr val="accent1">
                          <a:lumMod val="20000"/>
                          <a:lumOff val="80000"/>
                        </a:schemeClr>
                      </a:solidFill>
                      <a:prstDash val="solid"/>
                    </a:lnL>
                    <a:lnR w="12700">
                      <a:solidFill>
                        <a:schemeClr val="accent1">
                          <a:lumMod val="20000"/>
                          <a:lumOff val="80000"/>
                        </a:schemeClr>
                      </a:solidFill>
                      <a:prstDash val="solid"/>
                    </a:lnR>
                    <a:lnB w="12700">
                      <a:solidFill>
                        <a:schemeClr val="accent1">
                          <a:lumMod val="20000"/>
                          <a:lumOff val="80000"/>
                        </a:schemeClr>
                      </a:solidFill>
                      <a:prstDash val="solid"/>
                    </a:lnB>
                  </a:tcPr>
                </a:tc>
                <a:tc vMerge="1">
                  <a:tcPr>
                    <a:lnL w="12700">
                      <a:solidFill>
                        <a:schemeClr val="accent1">
                          <a:lumMod val="20000"/>
                          <a:lumOff val="80000"/>
                        </a:schemeClr>
                      </a:solidFill>
                      <a:prstDash val="solid"/>
                    </a:lnL>
                    <a:lnR w="12700">
                      <a:solidFill>
                        <a:schemeClr val="accent1">
                          <a:lumMod val="20000"/>
                          <a:lumOff val="80000"/>
                        </a:schemeClr>
                      </a:solidFill>
                      <a:prstDash val="solid"/>
                    </a:lnR>
                    <a:lnB w="12700">
                      <a:solidFill>
                        <a:schemeClr val="accent1">
                          <a:lumMod val="20000"/>
                          <a:lumOff val="80000"/>
                        </a:schemeClr>
                      </a:solidFill>
                      <a:prstDash val="solid"/>
                    </a:lnB>
                  </a:tcPr>
                </a:tc>
                <a:tc>
                  <a:txBody>
                    <a:bodyPr/>
                    <a:p>
                      <a:pPr>
                        <a:buNone/>
                      </a:pP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chemeClr val="bg1"/>
                    </a:solidFill>
                  </a:tcPr>
                </a:tc>
                <a:tc>
                  <a:txBody>
                    <a:bodyPr/>
                    <a:p>
                      <a:pPr>
                        <a:buNone/>
                      </a:pP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a:txBody>
                    <a:bodyPr/>
                    <a:p>
                      <a:pPr>
                        <a:buNone/>
                      </a:pP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a:txBody>
                    <a:bodyPr/>
                    <a:p>
                      <a:pPr>
                        <a:buNone/>
                      </a:pP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r>
              <a:tr h="787400">
                <a:tc rowSpan="2">
                  <a:txBody>
                    <a:bodyPr/>
                    <a:p>
                      <a:pPr algn="ctr" fontAlgn="ctr">
                        <a:buNone/>
                      </a:pPr>
                      <a:r>
                        <a:rPr lang="en-US" altLang="en-US" sz="1400" b="1">
                          <a:solidFill>
                            <a:schemeClr val="bg1"/>
                          </a:solidFill>
                        </a:rPr>
                        <a:t>Soluciones</a:t>
                      </a:r>
                      <a:endParaRPr lang="en-US" altLang="en-US" sz="1400" b="1">
                        <a:solidFill>
                          <a:schemeClr val="bg1"/>
                        </a:solidFill>
                      </a:endParaRPr>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rgbClr val="4F80BD"/>
                    </a:solidFill>
                  </a:tcPr>
                </a:tc>
                <a:tc>
                  <a:txBody>
                    <a:bodyPr/>
                    <a:p>
                      <a:pPr algn="ctr">
                        <a:buNone/>
                      </a:pPr>
                      <a:r>
                        <a:rPr lang="en-US" altLang="en-US" sz="1400"/>
                        <a:t>1</a:t>
                      </a:r>
                      <a:endParaRPr lang="en-US" altLang="en-US" sz="1400"/>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gridSpan="4">
                  <a:txBody>
                    <a:bodyPr/>
                    <a:p>
                      <a:pPr>
                        <a:buNone/>
                      </a:pP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chemeClr val="bg1"/>
                    </a:solidFill>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r>
              <a:tr h="786130">
                <a:tc vMerge="1">
                  <a:tcPr>
                    <a:lnL w="12700">
                      <a:solidFill>
                        <a:schemeClr val="accent1">
                          <a:lumMod val="20000"/>
                          <a:lumOff val="80000"/>
                        </a:schemeClr>
                      </a:solidFill>
                      <a:prstDash val="solid"/>
                    </a:lnL>
                    <a:lnR w="12700">
                      <a:solidFill>
                        <a:schemeClr val="accent1">
                          <a:lumMod val="20000"/>
                          <a:lumOff val="80000"/>
                        </a:schemeClr>
                      </a:solidFill>
                      <a:prstDash val="solid"/>
                    </a:lnR>
                    <a:lnB w="12700">
                      <a:solidFill>
                        <a:schemeClr val="accent1">
                          <a:lumMod val="20000"/>
                          <a:lumOff val="80000"/>
                        </a:schemeClr>
                      </a:solidFill>
                      <a:prstDash val="solid"/>
                    </a:lnB>
                    <a:solidFill>
                      <a:srgbClr val="4F80BD"/>
                    </a:solidFill>
                  </a:tcPr>
                </a:tc>
                <a:tc>
                  <a:txBody>
                    <a:bodyPr/>
                    <a:p>
                      <a:pPr algn="ctr">
                        <a:buNone/>
                      </a:pPr>
                      <a:r>
                        <a:rPr lang="en-US" altLang="en-US" sz="1400"/>
                        <a:t>2</a:t>
                      </a:r>
                      <a:endParaRPr lang="en-US" altLang="en-US" sz="1400"/>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gridSpan="4">
                  <a:txBody>
                    <a:bodyPr/>
                    <a:p>
                      <a:pPr>
                        <a:buNone/>
                      </a:pP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chemeClr val="bg1"/>
                    </a:solidFill>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c hMerge="1">
                  <a:tcPr>
                    <a:lnT w="12700">
                      <a:solidFill>
                        <a:schemeClr val="accent1">
                          <a:lumMod val="20000"/>
                          <a:lumOff val="80000"/>
                        </a:schemeClr>
                      </a:solidFill>
                      <a:prstDash val="solid"/>
                    </a:lnT>
                    <a:lnB w="12700">
                      <a:solidFill>
                        <a:schemeClr val="accent1">
                          <a:lumMod val="20000"/>
                          <a:lumOff val="80000"/>
                        </a:schemeClr>
                      </a:solidFill>
                      <a:prstDash val="solid"/>
                    </a:lnB>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ntrada manual 14"/>
          <p:cNvSpPr/>
          <p:nvPr/>
        </p:nvSpPr>
        <p:spPr>
          <a:xfrm rot="5400000" flipH="1">
            <a:off x="642956" y="5231517"/>
            <a:ext cx="753577" cy="2069789"/>
          </a:xfrm>
          <a:prstGeom prst="flowChartManualInput">
            <a:avLst/>
          </a:prstGeom>
          <a:solidFill>
            <a:srgbClr val="FFFFFF">
              <a:alpha val="83137"/>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pic>
        <p:nvPicPr>
          <p:cNvPr id="3" name="Picture 2"/>
          <p:cNvPicPr>
            <a:picLocks noChangeAspect="1"/>
          </p:cNvPicPr>
          <p:nvPr/>
        </p:nvPicPr>
        <p:blipFill>
          <a:blip r:embed="rId1"/>
          <a:stretch>
            <a:fillRect/>
          </a:stretch>
        </p:blipFill>
        <p:spPr>
          <a:xfrm>
            <a:off x="205105" y="5941060"/>
            <a:ext cx="982345" cy="651510"/>
          </a:xfrm>
          <a:prstGeom prst="rect">
            <a:avLst/>
          </a:prstGeom>
        </p:spPr>
      </p:pic>
      <p:graphicFrame>
        <p:nvGraphicFramePr>
          <p:cNvPr id="33" name="Table 32"/>
          <p:cNvGraphicFramePr/>
          <p:nvPr/>
        </p:nvGraphicFramePr>
        <p:xfrm>
          <a:off x="2054860" y="1189355"/>
          <a:ext cx="8137525" cy="5678805"/>
        </p:xfrm>
        <a:graphic>
          <a:graphicData uri="http://schemas.openxmlformats.org/drawingml/2006/table">
            <a:tbl>
              <a:tblPr firstRow="1" bandRow="1">
                <a:tableStyleId>{5C22544A-7EE6-4342-B048-85BDC9FD1C3A}</a:tableStyleId>
              </a:tblPr>
              <a:tblGrid>
                <a:gridCol w="1394460"/>
                <a:gridCol w="198755"/>
                <a:gridCol w="6544310"/>
              </a:tblGrid>
              <a:tr h="5678805">
                <a:tc>
                  <a:txBody>
                    <a:bodyPr/>
                    <a:p>
                      <a:pPr algn="ctr" fontAlgn="ctr">
                        <a:buNone/>
                      </a:pPr>
                      <a:r>
                        <a:rPr lang="en-US" altLang="en-US" sz="1400" b="1">
                          <a:solidFill>
                            <a:schemeClr val="bg1"/>
                          </a:solidFill>
                        </a:rPr>
                        <a:t>Evidencias</a:t>
                      </a:r>
                      <a:endParaRPr lang="en-US" altLang="en-US" sz="1400" b="1">
                        <a:solidFill>
                          <a:schemeClr val="bg1"/>
                        </a:solidFill>
                      </a:endParaRPr>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rgbClr val="4F80BD"/>
                    </a:solidFill>
                  </a:tcPr>
                </a:tc>
                <a:tc>
                  <a:txBody>
                    <a:bodyPr/>
                    <a:p>
                      <a:pPr algn="ctr">
                        <a:buNone/>
                      </a:pPr>
                      <a:r>
                        <a:rPr lang="en-US" altLang="en-US" sz="1400"/>
                        <a:t>1</a:t>
                      </a:r>
                      <a:endParaRPr lang="en-US" altLang="en-US" sz="1400"/>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a:txBody>
                    <a:bodyPr/>
                    <a:p>
                      <a:pPr>
                        <a:buNone/>
                      </a:pPr>
                      <a:r>
                        <a:rPr lang="en-US" altLang="en-US" sz="1400">
                          <a:solidFill>
                            <a:schemeClr val="tx1"/>
                          </a:solidFill>
                        </a:rPr>
                        <a:t>Descripción:XXXXXXX</a:t>
                      </a:r>
                      <a:endParaRPr lang="en-US" altLang="en-US" sz="1400">
                        <a:solidFill>
                          <a:schemeClr val="tx1"/>
                        </a:solidFill>
                      </a:endParaRPr>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chemeClr val="bg1"/>
                    </a:solidFill>
                  </a:tcPr>
                </a:tc>
              </a:tr>
            </a:tbl>
          </a:graphicData>
        </a:graphic>
      </p:graphicFrame>
      <p:graphicFrame>
        <p:nvGraphicFramePr>
          <p:cNvPr id="2" name="Table 1"/>
          <p:cNvGraphicFramePr/>
          <p:nvPr/>
        </p:nvGraphicFramePr>
        <p:xfrm>
          <a:off x="2062480" y="-2540"/>
          <a:ext cx="8137525" cy="1192530"/>
        </p:xfrm>
        <a:graphic>
          <a:graphicData uri="http://schemas.openxmlformats.org/drawingml/2006/table">
            <a:tbl>
              <a:tblPr firstRow="1" bandRow="1">
                <a:tableStyleId>{5C22544A-7EE6-4342-B048-85BDC9FD1C3A}</a:tableStyleId>
              </a:tblPr>
              <a:tblGrid>
                <a:gridCol w="1384935"/>
                <a:gridCol w="208280"/>
                <a:gridCol w="6144260"/>
                <a:gridCol w="400050"/>
              </a:tblGrid>
              <a:tr h="397510">
                <a:tc rowSpan="3">
                  <a:txBody>
                    <a:bodyPr/>
                    <a:p>
                      <a:pPr algn="ctr" fontAlgn="ctr">
                        <a:buNone/>
                      </a:pPr>
                      <a:r>
                        <a:rPr lang="en-US" altLang="en-US" sz="1400" b="1">
                          <a:solidFill>
                            <a:schemeClr val="bg1"/>
                          </a:solidFill>
                        </a:rPr>
                        <a:t>Pruebas</a:t>
                      </a:r>
                      <a:endParaRPr lang="en-US" altLang="en-US" sz="1400" b="1">
                        <a:solidFill>
                          <a:schemeClr val="bg1"/>
                        </a:solidFill>
                      </a:endParaRPr>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rgbClr val="4F80BD"/>
                    </a:solidFill>
                  </a:tcPr>
                </a:tc>
                <a:tc>
                  <a:txBody>
                    <a:bodyPr/>
                    <a:p>
                      <a:pPr algn="ctr">
                        <a:buNone/>
                      </a:pPr>
                      <a:r>
                        <a:rPr lang="en-US" altLang="en-US" sz="1400"/>
                        <a:t>1</a:t>
                      </a:r>
                      <a:endParaRPr lang="en-US" altLang="en-US" sz="1400"/>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a:txBody>
                    <a:bodyPr/>
                    <a:p>
                      <a:pPr>
                        <a:buNone/>
                      </a:pP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chemeClr val="bg1"/>
                    </a:solidFill>
                  </a:tcPr>
                </a:tc>
                <a:tc>
                  <a:txBody>
                    <a:bodyPr/>
                    <a:p>
                      <a:pPr algn="ctr">
                        <a:buNone/>
                      </a:pPr>
                      <a:r>
                        <a:rPr lang="en-US" altLang="en-US" sz="1400"/>
                        <a:t>x</a:t>
                      </a:r>
                      <a:endParaRPr lang="en-US" altLang="en-US" sz="1400"/>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rgbClr val="FF0000"/>
                    </a:solidFill>
                  </a:tcPr>
                </a:tc>
              </a:tr>
              <a:tr h="397510">
                <a:tc vMerge="1">
                  <a:tcPr>
                    <a:lnL w="12700">
                      <a:solidFill>
                        <a:schemeClr val="accent1">
                          <a:lumMod val="20000"/>
                          <a:lumOff val="80000"/>
                        </a:schemeClr>
                      </a:solidFill>
                      <a:prstDash val="solid"/>
                    </a:lnL>
                    <a:lnR w="12700">
                      <a:solidFill>
                        <a:schemeClr val="accent1">
                          <a:lumMod val="20000"/>
                          <a:lumOff val="80000"/>
                        </a:schemeClr>
                      </a:solidFill>
                      <a:prstDash val="solid"/>
                    </a:lnR>
                    <a:solidFill>
                      <a:srgbClr val="4F80BD"/>
                    </a:solidFill>
                  </a:tcPr>
                </a:tc>
                <a:tc>
                  <a:txBody>
                    <a:bodyPr/>
                    <a:p>
                      <a:pPr algn="ctr">
                        <a:buNone/>
                      </a:pPr>
                      <a:r>
                        <a:rPr lang="en-US" altLang="en-US" sz="1400"/>
                        <a:t>2</a:t>
                      </a:r>
                      <a:endParaRPr lang="en-US" altLang="en-US" sz="1400"/>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a:txBody>
                    <a:bodyPr/>
                    <a:p>
                      <a:pPr>
                        <a:buNone/>
                      </a:pP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chemeClr val="bg1"/>
                    </a:solidFill>
                  </a:tcPr>
                </a:tc>
                <a:tc>
                  <a:txBody>
                    <a:bodyPr/>
                    <a:p>
                      <a:pPr algn="ctr">
                        <a:buNone/>
                      </a:pPr>
                      <a:endParaRPr lang="en-US" altLang="en-US" sz="1400"/>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rgbClr val="92D050"/>
                    </a:solidFill>
                  </a:tcPr>
                </a:tc>
              </a:tr>
              <a:tr h="397510">
                <a:tc vMerge="1">
                  <a:tcPr>
                    <a:lnL w="12700">
                      <a:solidFill>
                        <a:schemeClr val="accent1">
                          <a:lumMod val="20000"/>
                          <a:lumOff val="80000"/>
                        </a:schemeClr>
                      </a:solidFill>
                      <a:prstDash val="solid"/>
                    </a:lnL>
                    <a:lnR w="12700">
                      <a:solidFill>
                        <a:schemeClr val="accent1">
                          <a:lumMod val="20000"/>
                          <a:lumOff val="80000"/>
                        </a:schemeClr>
                      </a:solidFill>
                      <a:prstDash val="solid"/>
                    </a:lnR>
                    <a:lnB w="12700">
                      <a:solidFill>
                        <a:schemeClr val="accent1">
                          <a:lumMod val="20000"/>
                          <a:lumOff val="80000"/>
                        </a:schemeClr>
                      </a:solidFill>
                      <a:prstDash val="solid"/>
                    </a:lnB>
                    <a:solidFill>
                      <a:srgbClr val="4F80BD"/>
                    </a:solidFill>
                  </a:tcPr>
                </a:tc>
                <a:tc>
                  <a:txBody>
                    <a:bodyPr/>
                    <a:p>
                      <a:pPr algn="ctr">
                        <a:buNone/>
                      </a:pPr>
                      <a:r>
                        <a:rPr lang="en-US" altLang="en-US" sz="1400"/>
                        <a:t>3</a:t>
                      </a:r>
                      <a:endParaRPr lang="en-US" altLang="en-US" sz="1400"/>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a:txBody>
                    <a:bodyPr/>
                    <a:p>
                      <a:pPr>
                        <a:buNone/>
                      </a:pP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chemeClr val="bg1"/>
                    </a:solidFill>
                  </a:tcPr>
                </a:tc>
                <a:tc>
                  <a:txBody>
                    <a:bodyPr/>
                    <a:p>
                      <a:pPr algn="ctr">
                        <a:buNone/>
                      </a:pPr>
                      <a:endParaRPr lang="en-US" altLang="en-US" sz="1400"/>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rgbClr val="92D050"/>
                    </a:solidFill>
                  </a:tcPr>
                </a:tc>
              </a:tr>
            </a:tbl>
          </a:graphicData>
        </a:graphic>
      </p:graphicFrame>
      <p:pic>
        <p:nvPicPr>
          <p:cNvPr id="4" name="Picture 3"/>
          <p:cNvPicPr>
            <a:picLocks noChangeAspect="1"/>
          </p:cNvPicPr>
          <p:nvPr/>
        </p:nvPicPr>
        <p:blipFill>
          <a:blip r:embed="rId2"/>
          <a:stretch>
            <a:fillRect/>
          </a:stretch>
        </p:blipFill>
        <p:spPr>
          <a:xfrm>
            <a:off x="3809365" y="2995930"/>
            <a:ext cx="6275705" cy="353187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ntrada manual 14"/>
          <p:cNvSpPr/>
          <p:nvPr/>
        </p:nvSpPr>
        <p:spPr>
          <a:xfrm rot="5400000" flipH="1">
            <a:off x="642956" y="5231517"/>
            <a:ext cx="753577" cy="2069789"/>
          </a:xfrm>
          <a:prstGeom prst="flowChartManualInput">
            <a:avLst/>
          </a:prstGeom>
          <a:solidFill>
            <a:srgbClr val="FFFFFF">
              <a:alpha val="83137"/>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pic>
        <p:nvPicPr>
          <p:cNvPr id="3" name="Picture 2"/>
          <p:cNvPicPr>
            <a:picLocks noChangeAspect="1"/>
          </p:cNvPicPr>
          <p:nvPr/>
        </p:nvPicPr>
        <p:blipFill>
          <a:blip r:embed="rId1"/>
          <a:stretch>
            <a:fillRect/>
          </a:stretch>
        </p:blipFill>
        <p:spPr>
          <a:xfrm>
            <a:off x="205105" y="5941060"/>
            <a:ext cx="982345" cy="651510"/>
          </a:xfrm>
          <a:prstGeom prst="rect">
            <a:avLst/>
          </a:prstGeom>
        </p:spPr>
      </p:pic>
      <p:graphicFrame>
        <p:nvGraphicFramePr>
          <p:cNvPr id="33" name="Table 32"/>
          <p:cNvGraphicFramePr/>
          <p:nvPr/>
        </p:nvGraphicFramePr>
        <p:xfrm>
          <a:off x="2054860" y="-12700"/>
          <a:ext cx="8137525" cy="6847205"/>
        </p:xfrm>
        <a:graphic>
          <a:graphicData uri="http://schemas.openxmlformats.org/drawingml/2006/table">
            <a:tbl>
              <a:tblPr firstRow="1" bandRow="1">
                <a:tableStyleId>{5C22544A-7EE6-4342-B048-85BDC9FD1C3A}</a:tableStyleId>
              </a:tblPr>
              <a:tblGrid>
                <a:gridCol w="1394460"/>
                <a:gridCol w="208280"/>
                <a:gridCol w="6534785"/>
              </a:tblGrid>
              <a:tr h="426720">
                <a:tc rowSpan="3">
                  <a:txBody>
                    <a:bodyPr/>
                    <a:p>
                      <a:pPr algn="ctr" fontAlgn="ctr">
                        <a:buNone/>
                      </a:pPr>
                      <a:r>
                        <a:rPr lang="en-US" altLang="en-US" sz="1400" b="1">
                          <a:solidFill>
                            <a:schemeClr val="bg1"/>
                          </a:solidFill>
                        </a:rPr>
                        <a:t>Evidencias</a:t>
                      </a:r>
                      <a:endParaRPr lang="en-US" altLang="en-US" sz="1400" b="1">
                        <a:solidFill>
                          <a:schemeClr val="bg1"/>
                        </a:solidFill>
                      </a:endParaRPr>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rgbClr val="4F80BD"/>
                    </a:solidFill>
                  </a:tcPr>
                </a:tc>
                <a:tc>
                  <a:txBody>
                    <a:bodyPr/>
                    <a:p>
                      <a:pPr algn="ctr">
                        <a:buNone/>
                      </a:pPr>
                      <a:endParaRPr lang="en-US" altLang="en-US" sz="1400"/>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a:txBody>
                    <a:bodyPr/>
                    <a:p>
                      <a:pPr>
                        <a:buNone/>
                      </a:pPr>
                      <a:r>
                        <a:rPr lang="en-US" altLang="en-US" sz="1400"/>
                        <a:t>x</a:t>
                      </a: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chemeClr val="bg1"/>
                    </a:solidFill>
                  </a:tcPr>
                </a:tc>
              </a:tr>
              <a:tr h="3209925">
                <a:tc vMerge="1">
                  <a:tcPr>
                    <a:lnL w="12700">
                      <a:solidFill>
                        <a:schemeClr val="accent1">
                          <a:lumMod val="20000"/>
                          <a:lumOff val="80000"/>
                        </a:schemeClr>
                      </a:solidFill>
                      <a:prstDash val="solid"/>
                    </a:lnL>
                    <a:lnR w="12700">
                      <a:solidFill>
                        <a:schemeClr val="accent1">
                          <a:lumMod val="20000"/>
                          <a:lumOff val="80000"/>
                        </a:schemeClr>
                      </a:solidFill>
                      <a:prstDash val="solid"/>
                    </a:lnR>
                    <a:solidFill>
                      <a:srgbClr val="4F80BD"/>
                    </a:solidFill>
                  </a:tcPr>
                </a:tc>
                <a:tc rowSpan="2">
                  <a:txBody>
                    <a:bodyPr/>
                    <a:p>
                      <a:pPr algn="ctr">
                        <a:buNone/>
                      </a:pPr>
                      <a:r>
                        <a:rPr lang="en-US" altLang="en-US" sz="1400"/>
                        <a:t>2</a:t>
                      </a:r>
                      <a:endParaRPr lang="en-US" altLang="en-US" sz="1400"/>
                    </a:p>
                    <a:p>
                      <a:pPr algn="ctr">
                        <a:buNone/>
                      </a:pPr>
                      <a:endParaRPr lang="en-US" altLang="en-US" sz="1400"/>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a:txBody>
                    <a:bodyPr/>
                    <a:p>
                      <a:pPr>
                        <a:buNone/>
                      </a:pP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chemeClr val="bg1"/>
                    </a:solidFill>
                  </a:tcPr>
                </a:tc>
              </a:tr>
              <a:tr h="3210560">
                <a:tc vMerge="1">
                  <a:tcPr>
                    <a:lnL w="12700">
                      <a:solidFill>
                        <a:schemeClr val="accent1">
                          <a:lumMod val="20000"/>
                          <a:lumOff val="80000"/>
                        </a:schemeClr>
                      </a:solidFill>
                      <a:prstDash val="solid"/>
                    </a:lnL>
                    <a:lnR w="12700">
                      <a:solidFill>
                        <a:schemeClr val="accent1">
                          <a:lumMod val="20000"/>
                          <a:lumOff val="80000"/>
                        </a:schemeClr>
                      </a:solidFill>
                      <a:prstDash val="solid"/>
                    </a:lnR>
                    <a:lnB w="12700">
                      <a:solidFill>
                        <a:schemeClr val="accent1">
                          <a:lumMod val="20000"/>
                          <a:lumOff val="80000"/>
                        </a:schemeClr>
                      </a:solidFill>
                      <a:prstDash val="solid"/>
                    </a:lnB>
                    <a:solidFill>
                      <a:srgbClr val="4F80BD"/>
                    </a:solidFill>
                  </a:tcPr>
                </a:tc>
                <a:tc vMerge="1">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tcPr>
                </a:tc>
                <a:tc>
                  <a:txBody>
                    <a:bodyPr/>
                    <a:p>
                      <a:pPr>
                        <a:buNone/>
                      </a:pP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chemeClr val="bg1"/>
                    </a:solidFill>
                  </a:tcPr>
                </a:tc>
              </a:tr>
            </a:tbl>
          </a:graphicData>
        </a:graphic>
      </p:graphicFrame>
      <p:pic>
        <p:nvPicPr>
          <p:cNvPr id="4" name="Picture 3"/>
          <p:cNvPicPr>
            <a:picLocks noChangeAspect="1"/>
          </p:cNvPicPr>
          <p:nvPr/>
        </p:nvPicPr>
        <p:blipFill>
          <a:blip r:embed="rId2"/>
          <a:stretch>
            <a:fillRect/>
          </a:stretch>
        </p:blipFill>
        <p:spPr>
          <a:xfrm>
            <a:off x="3820160" y="2443480"/>
            <a:ext cx="6275705" cy="353187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ntrada manual 14"/>
          <p:cNvSpPr/>
          <p:nvPr/>
        </p:nvSpPr>
        <p:spPr>
          <a:xfrm rot="5400000" flipH="1">
            <a:off x="642956" y="5231517"/>
            <a:ext cx="753577" cy="2069789"/>
          </a:xfrm>
          <a:prstGeom prst="flowChartManualInput">
            <a:avLst/>
          </a:prstGeom>
          <a:solidFill>
            <a:srgbClr val="FFFFFF">
              <a:alpha val="83137"/>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pic>
        <p:nvPicPr>
          <p:cNvPr id="3" name="Picture 2"/>
          <p:cNvPicPr>
            <a:picLocks noChangeAspect="1"/>
          </p:cNvPicPr>
          <p:nvPr/>
        </p:nvPicPr>
        <p:blipFill>
          <a:blip r:embed="rId1"/>
          <a:stretch>
            <a:fillRect/>
          </a:stretch>
        </p:blipFill>
        <p:spPr>
          <a:xfrm>
            <a:off x="205105" y="5941060"/>
            <a:ext cx="982345" cy="651510"/>
          </a:xfrm>
          <a:prstGeom prst="rect">
            <a:avLst/>
          </a:prstGeom>
        </p:spPr>
      </p:pic>
      <p:graphicFrame>
        <p:nvGraphicFramePr>
          <p:cNvPr id="33" name="Table 32"/>
          <p:cNvGraphicFramePr/>
          <p:nvPr/>
        </p:nvGraphicFramePr>
        <p:xfrm>
          <a:off x="2054860" y="-12700"/>
          <a:ext cx="8137525" cy="6872605"/>
        </p:xfrm>
        <a:graphic>
          <a:graphicData uri="http://schemas.openxmlformats.org/drawingml/2006/table">
            <a:tbl>
              <a:tblPr firstRow="1" bandRow="1">
                <a:tableStyleId>{5C22544A-7EE6-4342-B048-85BDC9FD1C3A}</a:tableStyleId>
              </a:tblPr>
              <a:tblGrid>
                <a:gridCol w="1384935"/>
                <a:gridCol w="208280"/>
                <a:gridCol w="6544310"/>
              </a:tblGrid>
              <a:tr h="6872605">
                <a:tc>
                  <a:txBody>
                    <a:bodyPr/>
                    <a:p>
                      <a:pPr algn="ctr" fontAlgn="ctr">
                        <a:buNone/>
                      </a:pPr>
                      <a:r>
                        <a:rPr lang="en-US" altLang="en-US" sz="1400" b="1">
                          <a:solidFill>
                            <a:schemeClr val="bg1"/>
                          </a:solidFill>
                        </a:rPr>
                        <a:t>Evidencias</a:t>
                      </a:r>
                      <a:endParaRPr lang="en-US" altLang="en-US" sz="1400" b="1">
                        <a:solidFill>
                          <a:schemeClr val="bg1"/>
                        </a:solidFill>
                      </a:endParaRPr>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rgbClr val="4F80BD"/>
                    </a:solidFill>
                  </a:tcPr>
                </a:tc>
                <a:tc>
                  <a:txBody>
                    <a:bodyPr/>
                    <a:p>
                      <a:pPr algn="ctr">
                        <a:buNone/>
                      </a:pPr>
                      <a:r>
                        <a:rPr lang="en-US" altLang="en-US" sz="1400" b="0">
                          <a:solidFill>
                            <a:schemeClr val="dk1"/>
                          </a:solidFill>
                        </a:rPr>
                        <a:t>3</a:t>
                      </a:r>
                      <a:endParaRPr lang="en-US" altLang="en-US" sz="1400">
                        <a:solidFill>
                          <a:schemeClr val="tx1"/>
                        </a:solidFill>
                      </a:endParaRPr>
                    </a:p>
                  </a:txBody>
                  <a:tcPr anchor="ctr" anchorCtr="0">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rgbClr val="E9EDF4"/>
                    </a:solidFill>
                  </a:tcPr>
                </a:tc>
                <a:tc>
                  <a:txBody>
                    <a:bodyPr/>
                    <a:p>
                      <a:pPr>
                        <a:buNone/>
                      </a:pPr>
                      <a:r>
                        <a:rPr lang="en-US" altLang="en-US" sz="1400"/>
                        <a:t>x</a:t>
                      </a:r>
                      <a:endParaRPr lang="en-US" sz="1400"/>
                    </a:p>
                  </a:txBody>
                  <a:tcPr>
                    <a:lnL w="12700">
                      <a:solidFill>
                        <a:schemeClr val="accent1">
                          <a:lumMod val="20000"/>
                          <a:lumOff val="80000"/>
                        </a:schemeClr>
                      </a:solidFill>
                      <a:prstDash val="solid"/>
                    </a:lnL>
                    <a:lnR w="12700">
                      <a:solidFill>
                        <a:schemeClr val="accent1">
                          <a:lumMod val="20000"/>
                          <a:lumOff val="80000"/>
                        </a:schemeClr>
                      </a:solidFill>
                      <a:prstDash val="solid"/>
                    </a:lnR>
                    <a:lnT w="12700">
                      <a:solidFill>
                        <a:schemeClr val="accent1">
                          <a:lumMod val="20000"/>
                          <a:lumOff val="80000"/>
                        </a:schemeClr>
                      </a:solidFill>
                      <a:prstDash val="solid"/>
                    </a:lnT>
                    <a:lnB w="12700">
                      <a:solidFill>
                        <a:schemeClr val="accent1">
                          <a:lumMod val="20000"/>
                          <a:lumOff val="80000"/>
                        </a:schemeClr>
                      </a:solidFill>
                      <a:prstDash val="solid"/>
                    </a:lnB>
                    <a:lnTlToBr>
                      <a:noFill/>
                    </a:lnTlToBr>
                    <a:lnBlToTr>
                      <a:noFill/>
                    </a:lnBlToTr>
                    <a:solidFill>
                      <a:schemeClr val="bg1"/>
                    </a:solidFill>
                  </a:tcPr>
                </a:tc>
              </a:tr>
            </a:tbl>
          </a:graphicData>
        </a:graphic>
      </p:graphicFrame>
      <p:pic>
        <p:nvPicPr>
          <p:cNvPr id="4" name="Picture 3"/>
          <p:cNvPicPr>
            <a:picLocks noChangeAspect="1"/>
          </p:cNvPicPr>
          <p:nvPr/>
        </p:nvPicPr>
        <p:blipFill>
          <a:blip r:embed="rId2"/>
          <a:stretch>
            <a:fillRect/>
          </a:stretch>
        </p:blipFill>
        <p:spPr>
          <a:xfrm>
            <a:off x="3829685" y="2024380"/>
            <a:ext cx="6275705" cy="353187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ntrada manual 14"/>
          <p:cNvSpPr/>
          <p:nvPr/>
        </p:nvSpPr>
        <p:spPr>
          <a:xfrm rot="5400000" flipH="1">
            <a:off x="642956" y="5231517"/>
            <a:ext cx="753577" cy="2069789"/>
          </a:xfrm>
          <a:prstGeom prst="flowChartManualInput">
            <a:avLst/>
          </a:prstGeom>
          <a:solidFill>
            <a:srgbClr val="FFFFFF">
              <a:alpha val="83137"/>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pic>
        <p:nvPicPr>
          <p:cNvPr id="3" name="Picture 2"/>
          <p:cNvPicPr>
            <a:picLocks noChangeAspect="1"/>
          </p:cNvPicPr>
          <p:nvPr/>
        </p:nvPicPr>
        <p:blipFill>
          <a:blip r:embed="rId1"/>
          <a:stretch>
            <a:fillRect/>
          </a:stretch>
        </p:blipFill>
        <p:spPr>
          <a:xfrm>
            <a:off x="205105" y="5941060"/>
            <a:ext cx="982345" cy="651510"/>
          </a:xfrm>
          <a:prstGeom prst="rect">
            <a:avLst/>
          </a:prstGeom>
        </p:spPr>
      </p:pic>
      <p:sp>
        <p:nvSpPr>
          <p:cNvPr id="2" name="Text Box 1"/>
          <p:cNvSpPr txBox="1"/>
          <p:nvPr/>
        </p:nvSpPr>
        <p:spPr>
          <a:xfrm>
            <a:off x="1419860" y="753110"/>
            <a:ext cx="3422650" cy="521970"/>
          </a:xfrm>
          <a:prstGeom prst="rect">
            <a:avLst/>
          </a:prstGeom>
          <a:noFill/>
        </p:spPr>
        <p:txBody>
          <a:bodyPr wrap="none" rtlCol="0" anchor="t">
            <a:spAutoFit/>
          </a:bodyPr>
          <a:p>
            <a:r>
              <a:rPr lang="en-US" altLang="en-US" sz="2800">
                <a:solidFill>
                  <a:srgbClr val="205390"/>
                </a:solidFill>
                <a:latin typeface="Arial" panose="02080604020202020204" pitchFamily="34" charset="0"/>
                <a:cs typeface="Arial" panose="02080604020202020204" pitchFamily="34" charset="0"/>
                <a:sym typeface="+mn-ea"/>
              </a:rPr>
              <a:t>Recomendaciones</a:t>
            </a:r>
            <a:endParaRPr lang="en-US" altLang="en-US" sz="2800">
              <a:solidFill>
                <a:srgbClr val="205390"/>
              </a:solidFill>
              <a:latin typeface="Arial" panose="02080604020202020204" pitchFamily="34" charset="0"/>
              <a:cs typeface="Arial" panose="02080604020202020204" pitchFamily="34" charset="0"/>
              <a:sym typeface="+mn-ea"/>
            </a:endParaRPr>
          </a:p>
        </p:txBody>
      </p:sp>
      <p:sp>
        <p:nvSpPr>
          <p:cNvPr id="9" name="Marcador de texto 5"/>
          <p:cNvSpPr>
            <a:spLocks noGrp="1"/>
          </p:cNvSpPr>
          <p:nvPr/>
        </p:nvSpPr>
        <p:spPr>
          <a:xfrm>
            <a:off x="1419860" y="1274445"/>
            <a:ext cx="8697595" cy="3869690"/>
          </a:xfrm>
          <a:prstGeom prst="rect">
            <a:avLst/>
          </a:prstGeom>
        </p:spPr>
        <p:txBody>
          <a:bodyPr vert="horz" lIns="91440" tIns="45720" rIns="91440" bIns="45720" rtlCol="0" anchor="t" anchorCtr="0">
            <a:noAutofit/>
          </a:bodyPr>
          <a:lstStyle>
            <a:lvl1pPr marL="0" indent="0" algn="l" defTabSz="457200" rtl="0" eaLnBrk="1" latinLnBrk="0" hangingPunct="1">
              <a:lnSpc>
                <a:spcPct val="100000"/>
              </a:lnSpc>
              <a:spcBef>
                <a:spcPts val="600"/>
              </a:spcBef>
              <a:spcAft>
                <a:spcPts val="1200"/>
              </a:spcAft>
              <a:buFont typeface="Arial"/>
              <a:buNone/>
              <a:defRPr sz="4000" b="0" i="0" kern="1200" baseline="0">
                <a:solidFill>
                  <a:schemeClr val="tx1"/>
                </a:solidFill>
                <a:latin typeface="Century Gothic" panose="020B0502020202020204" pitchFamily="34" charset="0"/>
                <a:ea typeface="Century Gothic" panose="020B0502020202020204" pitchFamily="34" charset="0"/>
                <a:cs typeface="Century Gothic" panose="020B0502020202020204" pitchFamily="34" charset="0"/>
              </a:defRPr>
            </a:lvl1pPr>
            <a:lvl2pPr marL="0" indent="0" algn="l" defTabSz="457200" rtl="0" eaLnBrk="1" latinLnBrk="0" hangingPunct="1">
              <a:lnSpc>
                <a:spcPct val="100000"/>
              </a:lnSpc>
              <a:spcBef>
                <a:spcPts val="0"/>
              </a:spcBef>
              <a:spcAft>
                <a:spcPts val="600"/>
              </a:spcAft>
              <a:buFont typeface="Arial"/>
              <a:buNone/>
              <a:defRPr sz="1400" i="1" kern="1200">
                <a:solidFill>
                  <a:srgbClr val="9AAE04"/>
                </a:solidFill>
                <a:latin typeface="+mj-lt"/>
                <a:ea typeface="+mn-ea"/>
                <a:cs typeface="Arial"/>
              </a:defRPr>
            </a:lvl2pPr>
            <a:lvl3pPr marL="449580" indent="-176530" algn="l" defTabSz="457200" rtl="0" eaLnBrk="1" latinLnBrk="0" hangingPunct="1">
              <a:spcBef>
                <a:spcPct val="20000"/>
              </a:spcBef>
              <a:buFont typeface="Arial"/>
              <a:buChar char="•"/>
              <a:defRPr sz="1400" kern="1200">
                <a:solidFill>
                  <a:schemeClr val="tx1"/>
                </a:solidFill>
                <a:latin typeface="+mj-lt"/>
                <a:ea typeface="+mn-ea"/>
                <a:cs typeface="Arial"/>
              </a:defRPr>
            </a:lvl3pPr>
            <a:lvl4pPr marL="809625" indent="-273050" algn="l" defTabSz="457200" rtl="0" eaLnBrk="1" latinLnBrk="0" hangingPunct="1">
              <a:spcBef>
                <a:spcPct val="20000"/>
              </a:spcBef>
              <a:buFont typeface="Arial"/>
              <a:buChar char="–"/>
              <a:defRPr sz="1400" kern="1200">
                <a:solidFill>
                  <a:schemeClr val="tx1"/>
                </a:solidFill>
                <a:latin typeface="+mj-lt"/>
                <a:ea typeface="+mn-ea"/>
                <a:cs typeface="Arial"/>
              </a:defRPr>
            </a:lvl4pPr>
            <a:lvl5pPr marL="1073150" indent="-263525" algn="l" defTabSz="457200" rtl="0" eaLnBrk="1" latinLnBrk="0" hangingPunct="1">
              <a:spcBef>
                <a:spcPct val="20000"/>
              </a:spcBef>
              <a:buFont typeface="Arial"/>
              <a:buChar char="»"/>
              <a:defRPr sz="1400" kern="1200">
                <a:solidFill>
                  <a:schemeClr val="tx1"/>
                </a:solidFill>
                <a:latin typeface="+mj-lt"/>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lgn="just">
              <a:buFont typeface="Wingdings" panose="05000000000000000000" pitchFamily="2" charset="2"/>
              <a:buChar char="ü"/>
            </a:pPr>
            <a:r>
              <a:rPr lang="es-CO" sz="1400" dirty="0">
                <a:sym typeface="+mn-ea"/>
              </a:rPr>
              <a:t>Se recomienda que la base de datos no tenga configuraciones inseguras como usuario y contraseña quemadas, que siempre requiere credenciales para acceder a esta y cuente con una adecuada segregación funcional.</a:t>
            </a:r>
            <a:endParaRPr lang="es-CO" sz="1400" dirty="0">
              <a:sym typeface="+mn-ea"/>
            </a:endParaRPr>
          </a:p>
          <a:p>
            <a:pPr marL="285750" indent="-285750" algn="just">
              <a:buFont typeface="Wingdings" panose="05000000000000000000" pitchFamily="2" charset="2"/>
              <a:buChar char="ü"/>
            </a:pPr>
            <a:r>
              <a:rPr lang="es-CO" sz="1400" dirty="0">
                <a:sym typeface="+mn-ea"/>
              </a:rPr>
              <a:t>Se recomienda que las credenciales de acceso a la página web, sean usadas desde el código y no desde archivos de archivos de configuración.</a:t>
            </a:r>
            <a:endParaRPr lang="es-CO" sz="1400" dirty="0">
              <a:sym typeface="+mn-ea"/>
            </a:endParaRPr>
          </a:p>
          <a:p>
            <a:pPr marL="285750" indent="-285750" algn="just">
              <a:buFont typeface="Wingdings" panose="05000000000000000000" pitchFamily="2" charset="2"/>
              <a:buChar char="ü"/>
            </a:pPr>
            <a:r>
              <a:rPr lang="es-CO" sz="1400" dirty="0">
                <a:sym typeface="+mn-ea"/>
              </a:rPr>
              <a:t>Se recomienda que el usuario con el que corre el BOT en windows, sea un usuario con bajos privilegios, se debe crear un usuario no administrador y darle permisos a los servicios requeridos para el funcionamiento del BOT.</a:t>
            </a:r>
            <a:endParaRPr lang="es-ES" sz="1400" dirty="0" smtClean="0">
              <a:cs typeface="+mn-lt"/>
            </a:endParaRPr>
          </a:p>
          <a:p>
            <a:pPr marL="285750" indent="-285750" algn="just">
              <a:buFont typeface="Wingdings" panose="05000000000000000000" pitchFamily="2" charset="2"/>
              <a:buChar char="ü"/>
            </a:pPr>
            <a:r>
              <a:rPr lang="es-CO" sz="1400" dirty="0">
                <a:sym typeface="+mn-ea"/>
              </a:rPr>
              <a:t>Se recomienda hacer uso del comando de Automation Anywhere para realizar el bloqueo del equipo cuando se presenten excepciones, adicional, se debe verificar por parte de BOT cuando no encuentre un parámetro en el Front después de cierto tiempo, para proceder con el bloqueo del equipo, ya que al mover el mouse a otra pestaña por parte de un atacante el BOT puede no correr o alterar el flujo de este.</a:t>
            </a:r>
            <a:endParaRPr lang="en-US" altLang="es-ES" sz="14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ntrada manual 14"/>
          <p:cNvSpPr/>
          <p:nvPr/>
        </p:nvSpPr>
        <p:spPr>
          <a:xfrm rot="5400000" flipH="1">
            <a:off x="642956" y="5231517"/>
            <a:ext cx="753577" cy="2069789"/>
          </a:xfrm>
          <a:prstGeom prst="flowChartManualInput">
            <a:avLst/>
          </a:prstGeom>
          <a:solidFill>
            <a:srgbClr val="FFFFFF">
              <a:alpha val="83137"/>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p:txBody>
      </p:sp>
      <p:pic>
        <p:nvPicPr>
          <p:cNvPr id="3" name="Picture 2"/>
          <p:cNvPicPr>
            <a:picLocks noChangeAspect="1"/>
          </p:cNvPicPr>
          <p:nvPr/>
        </p:nvPicPr>
        <p:blipFill>
          <a:blip r:embed="rId1"/>
          <a:stretch>
            <a:fillRect/>
          </a:stretch>
        </p:blipFill>
        <p:spPr>
          <a:xfrm>
            <a:off x="205105" y="5941060"/>
            <a:ext cx="982345" cy="651510"/>
          </a:xfrm>
          <a:prstGeom prst="rect">
            <a:avLst/>
          </a:prstGeom>
        </p:spPr>
      </p:pic>
      <p:sp>
        <p:nvSpPr>
          <p:cNvPr id="2" name="Text Box 1"/>
          <p:cNvSpPr txBox="1"/>
          <p:nvPr/>
        </p:nvSpPr>
        <p:spPr>
          <a:xfrm>
            <a:off x="1419860" y="753110"/>
            <a:ext cx="2526665" cy="521970"/>
          </a:xfrm>
          <a:prstGeom prst="rect">
            <a:avLst/>
          </a:prstGeom>
          <a:noFill/>
        </p:spPr>
        <p:txBody>
          <a:bodyPr wrap="none" rtlCol="0" anchor="t">
            <a:spAutoFit/>
          </a:bodyPr>
          <a:p>
            <a:r>
              <a:rPr lang="en-US" altLang="en-US" sz="2800">
                <a:solidFill>
                  <a:srgbClr val="205390"/>
                </a:solidFill>
                <a:latin typeface="Arial" panose="02080604020202020204" pitchFamily="34" charset="0"/>
                <a:cs typeface="Arial" panose="02080604020202020204" pitchFamily="34" charset="0"/>
                <a:sym typeface="+mn-ea"/>
              </a:rPr>
              <a:t>Conclusiones</a:t>
            </a:r>
            <a:endParaRPr lang="en-US" altLang="en-US" sz="2800">
              <a:solidFill>
                <a:srgbClr val="205390"/>
              </a:solidFill>
              <a:latin typeface="Arial" panose="02080604020202020204" pitchFamily="34" charset="0"/>
              <a:cs typeface="Arial" panose="02080604020202020204" pitchFamily="34" charset="0"/>
              <a:sym typeface="+mn-ea"/>
            </a:endParaRPr>
          </a:p>
        </p:txBody>
      </p:sp>
      <p:sp>
        <p:nvSpPr>
          <p:cNvPr id="9" name="Marcador de texto 5"/>
          <p:cNvSpPr>
            <a:spLocks noGrp="1"/>
          </p:cNvSpPr>
          <p:nvPr/>
        </p:nvSpPr>
        <p:spPr>
          <a:xfrm>
            <a:off x="1419860" y="1274445"/>
            <a:ext cx="8697595" cy="3869690"/>
          </a:xfrm>
          <a:prstGeom prst="rect">
            <a:avLst/>
          </a:prstGeom>
        </p:spPr>
        <p:txBody>
          <a:bodyPr vert="horz" lIns="91440" tIns="45720" rIns="91440" bIns="45720" rtlCol="0" anchor="t" anchorCtr="0">
            <a:noAutofit/>
          </a:bodyPr>
          <a:lstStyle>
            <a:lvl1pPr marL="0" indent="0" algn="l" defTabSz="457200" rtl="0" eaLnBrk="1" latinLnBrk="0" hangingPunct="1">
              <a:lnSpc>
                <a:spcPct val="100000"/>
              </a:lnSpc>
              <a:spcBef>
                <a:spcPts val="600"/>
              </a:spcBef>
              <a:spcAft>
                <a:spcPts val="1200"/>
              </a:spcAft>
              <a:buFont typeface="Arial"/>
              <a:buNone/>
              <a:defRPr sz="4000" b="0" i="0" kern="1200" baseline="0">
                <a:solidFill>
                  <a:schemeClr val="tx1"/>
                </a:solidFill>
                <a:latin typeface="Century Gothic" panose="020B0502020202020204" pitchFamily="34" charset="0"/>
                <a:ea typeface="Century Gothic" panose="020B0502020202020204" pitchFamily="34" charset="0"/>
                <a:cs typeface="Century Gothic" panose="020B0502020202020204" pitchFamily="34" charset="0"/>
              </a:defRPr>
            </a:lvl1pPr>
            <a:lvl2pPr marL="0" indent="0" algn="l" defTabSz="457200" rtl="0" eaLnBrk="1" latinLnBrk="0" hangingPunct="1">
              <a:lnSpc>
                <a:spcPct val="100000"/>
              </a:lnSpc>
              <a:spcBef>
                <a:spcPts val="0"/>
              </a:spcBef>
              <a:spcAft>
                <a:spcPts val="600"/>
              </a:spcAft>
              <a:buFont typeface="Arial"/>
              <a:buNone/>
              <a:defRPr sz="1400" i="1" kern="1200">
                <a:solidFill>
                  <a:srgbClr val="9AAE04"/>
                </a:solidFill>
                <a:latin typeface="+mj-lt"/>
                <a:ea typeface="+mn-ea"/>
                <a:cs typeface="Arial"/>
              </a:defRPr>
            </a:lvl2pPr>
            <a:lvl3pPr marL="449580" indent="-176530" algn="l" defTabSz="457200" rtl="0" eaLnBrk="1" latinLnBrk="0" hangingPunct="1">
              <a:spcBef>
                <a:spcPct val="20000"/>
              </a:spcBef>
              <a:buFont typeface="Arial"/>
              <a:buChar char="•"/>
              <a:defRPr sz="1400" kern="1200">
                <a:solidFill>
                  <a:schemeClr val="tx1"/>
                </a:solidFill>
                <a:latin typeface="+mj-lt"/>
                <a:ea typeface="+mn-ea"/>
                <a:cs typeface="Arial"/>
              </a:defRPr>
            </a:lvl3pPr>
            <a:lvl4pPr marL="809625" indent="-273050" algn="l" defTabSz="457200" rtl="0" eaLnBrk="1" latinLnBrk="0" hangingPunct="1">
              <a:spcBef>
                <a:spcPct val="20000"/>
              </a:spcBef>
              <a:buFont typeface="Arial"/>
              <a:buChar char="–"/>
              <a:defRPr sz="1400" kern="1200">
                <a:solidFill>
                  <a:schemeClr val="tx1"/>
                </a:solidFill>
                <a:latin typeface="+mj-lt"/>
                <a:ea typeface="+mn-ea"/>
                <a:cs typeface="Arial"/>
              </a:defRPr>
            </a:lvl4pPr>
            <a:lvl5pPr marL="1073150" indent="-263525" algn="l" defTabSz="457200" rtl="0" eaLnBrk="1" latinLnBrk="0" hangingPunct="1">
              <a:spcBef>
                <a:spcPct val="20000"/>
              </a:spcBef>
              <a:buFont typeface="Arial"/>
              <a:buChar char="»"/>
              <a:defRPr sz="1400" kern="1200">
                <a:solidFill>
                  <a:schemeClr val="tx1"/>
                </a:solidFill>
                <a:latin typeface="+mj-lt"/>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lvl="0" indent="-285750" algn="just" defTabSz="914400">
              <a:buFont typeface="Wingdings" panose="05000000000000000000" pitchFamily="2" charset="2"/>
              <a:buChar char="Ø"/>
            </a:pPr>
            <a:r>
              <a:rPr lang="es-CO" sz="1400" dirty="0">
                <a:sym typeface="+mn-ea"/>
              </a:rPr>
              <a:t>Se recomienda deshabilitar el uso de USB, en el equipo donde corre el BOT, con el fin de mitigar amenazas de exfiltración de información</a:t>
            </a:r>
            <a:r>
              <a:rPr lang="en-US" altLang="es-CO" sz="1400" dirty="0">
                <a:sym typeface="+mn-ea"/>
              </a:rPr>
              <a:t>, adicional, se debe validar si existe una politica interna de Everis para los equipos que ejecutan un BOT.</a:t>
            </a:r>
            <a:endParaRPr lang="en-US" altLang="es-CO" sz="1400" dirty="0"/>
          </a:p>
          <a:p>
            <a:pPr marL="285750" indent="-285750" algn="just">
              <a:buFont typeface="Wingdings" panose="05000000000000000000" pitchFamily="2" charset="2"/>
              <a:buChar char="ü"/>
            </a:pPr>
            <a:r>
              <a:rPr sz="1400" dirty="0">
                <a:sym typeface="+mn-ea"/>
              </a:rPr>
              <a:t>Se recomienda que el BOT realice una validación de Integridad por medio de hash del archivo adjunto, previamente al envío del correo al candidato.</a:t>
            </a:r>
            <a:r>
              <a:rPr lang="es-CO" sz="1400" dirty="0">
                <a:sym typeface="+mn-ea"/>
              </a:rPr>
              <a:t>.</a:t>
            </a:r>
            <a:endParaRPr lang="en-US" altLang="es-ES" sz="14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0"/>
          </p:nvPr>
        </p:nvSpPr>
        <p:spPr>
          <a:xfrm>
            <a:off x="6368460" y="5338797"/>
            <a:ext cx="5428201" cy="496093"/>
          </a:xfrm>
        </p:spPr>
        <p:txBody>
          <a:bodyPr>
            <a:noAutofit/>
          </a:bodyPr>
          <a:lstStyle/>
          <a:p>
            <a:pPr algn="r">
              <a:spcBef>
                <a:spcPts val="0"/>
              </a:spcBef>
              <a:spcAft>
                <a:spcPts val="0"/>
              </a:spcAft>
            </a:pPr>
            <a:r>
              <a:rPr lang="es-ES" sz="2800" b="1" dirty="0" smtClean="0">
                <a:solidFill>
                  <a:srgbClr val="9AAE04"/>
                </a:solidFill>
              </a:rPr>
              <a:t>everis Aeroespacial y Defensa</a:t>
            </a:r>
            <a:endParaRPr lang="es-ES" sz="2800" b="1" dirty="0"/>
          </a:p>
        </p:txBody>
      </p:sp>
      <p:sp>
        <p:nvSpPr>
          <p:cNvPr id="3" name="Marcador de texto 1"/>
          <p:cNvSpPr txBox="1"/>
          <p:nvPr/>
        </p:nvSpPr>
        <p:spPr>
          <a:xfrm>
            <a:off x="7361499" y="3058584"/>
            <a:ext cx="4435162" cy="496093"/>
          </a:xfrm>
          <a:prstGeom prst="rect">
            <a:avLst/>
          </a:prstGeom>
        </p:spPr>
        <p:txBody>
          <a:bodyPr vert="horz" lIns="91440" tIns="45720" rIns="91440" bIns="45720" rtlCol="0">
            <a:noAutofit/>
          </a:bodyPr>
          <a:lstStyle>
            <a:lvl1pPr marL="0" indent="0" algn="l" defTabSz="457200" rtl="0" eaLnBrk="1" latinLnBrk="0" hangingPunct="1">
              <a:lnSpc>
                <a:spcPct val="100000"/>
              </a:lnSpc>
              <a:spcBef>
                <a:spcPts val="600"/>
              </a:spcBef>
              <a:spcAft>
                <a:spcPts val="1200"/>
              </a:spcAft>
              <a:buFont typeface="Arial"/>
              <a:buNone/>
              <a:defRPr sz="1400" i="0" kern="1200">
                <a:solidFill>
                  <a:schemeClr val="tx1"/>
                </a:solidFill>
                <a:latin typeface="+mj-lt"/>
                <a:ea typeface="+mn-ea"/>
                <a:cs typeface="Arial"/>
              </a:defRPr>
            </a:lvl1pPr>
            <a:lvl2pPr marL="0" indent="0" algn="l" defTabSz="457200" rtl="0" eaLnBrk="1" latinLnBrk="0" hangingPunct="1">
              <a:lnSpc>
                <a:spcPct val="100000"/>
              </a:lnSpc>
              <a:spcBef>
                <a:spcPts val="0"/>
              </a:spcBef>
              <a:spcAft>
                <a:spcPts val="600"/>
              </a:spcAft>
              <a:buFont typeface="Arial"/>
              <a:buNone/>
              <a:defRPr sz="1400" i="1" kern="1200">
                <a:solidFill>
                  <a:srgbClr val="9AAE04"/>
                </a:solidFill>
                <a:latin typeface="+mj-lt"/>
                <a:ea typeface="+mn-ea"/>
                <a:cs typeface="Arial"/>
              </a:defRPr>
            </a:lvl2pPr>
            <a:lvl3pPr marL="449580" indent="-176530" algn="l" defTabSz="457200" rtl="0" eaLnBrk="1" latinLnBrk="0" hangingPunct="1">
              <a:spcBef>
                <a:spcPct val="20000"/>
              </a:spcBef>
              <a:buFont typeface="Arial"/>
              <a:buChar char="•"/>
              <a:defRPr sz="1400" kern="1200">
                <a:solidFill>
                  <a:schemeClr val="tx1"/>
                </a:solidFill>
                <a:latin typeface="+mj-lt"/>
                <a:ea typeface="+mn-ea"/>
                <a:cs typeface="Arial"/>
              </a:defRPr>
            </a:lvl3pPr>
            <a:lvl4pPr marL="809625" indent="-273050" algn="l" defTabSz="457200" rtl="0" eaLnBrk="1" latinLnBrk="0" hangingPunct="1">
              <a:spcBef>
                <a:spcPct val="20000"/>
              </a:spcBef>
              <a:buFont typeface="Arial"/>
              <a:buChar char="–"/>
              <a:defRPr sz="1400" kern="1200">
                <a:solidFill>
                  <a:schemeClr val="tx1"/>
                </a:solidFill>
                <a:latin typeface="+mj-lt"/>
                <a:ea typeface="+mn-ea"/>
                <a:cs typeface="Arial"/>
              </a:defRPr>
            </a:lvl4pPr>
            <a:lvl5pPr marL="1073150" indent="-263525" algn="l" defTabSz="457200" rtl="0" eaLnBrk="1" latinLnBrk="0" hangingPunct="1">
              <a:spcBef>
                <a:spcPct val="20000"/>
              </a:spcBef>
              <a:buFont typeface="Arial"/>
              <a:buChar char="»"/>
              <a:defRPr sz="1400" kern="1200">
                <a:solidFill>
                  <a:schemeClr val="tx1"/>
                </a:solidFill>
                <a:latin typeface="+mj-lt"/>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r">
              <a:spcBef>
                <a:spcPts val="0"/>
              </a:spcBef>
              <a:spcAft>
                <a:spcPts val="0"/>
              </a:spcAft>
            </a:pPr>
            <a:r>
              <a:rPr lang="es-ES" sz="5400" b="1" dirty="0" smtClean="0">
                <a:ln w="0"/>
                <a:solidFill>
                  <a:schemeClr val="tx1">
                    <a:lumMod val="65000"/>
                    <a:lumOff val="35000"/>
                  </a:schemeClr>
                </a:solidFill>
                <a:effectLst>
                  <a:outerShdw blurRad="38100" dist="19050" dir="2700000" algn="tl" rotWithShape="0">
                    <a:schemeClr val="dk1">
                      <a:alpha val="40000"/>
                    </a:schemeClr>
                  </a:outerShdw>
                </a:effectLst>
              </a:rPr>
              <a:t>GRACIAS!</a:t>
            </a:r>
            <a:endParaRPr lang="es-ES" sz="5400" b="1" dirty="0">
              <a:ln w="0"/>
              <a:solidFill>
                <a:schemeClr val="tx1">
                  <a:lumMod val="65000"/>
                  <a:lumOff val="35000"/>
                </a:schemeClr>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ersonalizado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noFill/>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5714</Words>
  <Application>WPS Presentation</Application>
  <PresentationFormat>宽屏</PresentationFormat>
  <Paragraphs>249</Paragraphs>
  <Slides>14</Slides>
  <Notes>0</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14</vt:i4>
      </vt:variant>
    </vt:vector>
  </HeadingPairs>
  <TitlesOfParts>
    <vt:vector size="34" baseType="lpstr">
      <vt:lpstr>Arial</vt:lpstr>
      <vt:lpstr>SimSun</vt:lpstr>
      <vt:lpstr>Wingdings</vt:lpstr>
      <vt:lpstr>DejaVu Sans</vt:lpstr>
      <vt:lpstr>Arial</vt:lpstr>
      <vt:lpstr>Century Gothic</vt:lpstr>
      <vt:lpstr>Liberation Sans</vt:lpstr>
      <vt:lpstr>Roboto Condensed</vt:lpstr>
      <vt:lpstr>Avenir Book</vt:lpstr>
      <vt:lpstr>Bitstream Vera Sans</vt:lpstr>
      <vt:lpstr>Avenir Next</vt:lpstr>
      <vt:lpstr>Open Sans</vt:lpstr>
      <vt:lpstr>Calibri</vt:lpstr>
      <vt:lpstr>微软雅黑</vt:lpstr>
      <vt:lpstr>Noto Sans CJK SC</vt:lpstr>
      <vt:lpstr>Arial Unicode MS</vt:lpstr>
      <vt:lpstr>SimSun</vt:lpstr>
      <vt:lpstr>Arial Black</vt:lpstr>
      <vt:lpstr>Office 主题​​</vt:lpstr>
      <vt:lpstr>Tema de Office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orqots</dc:creator>
  <cp:lastModifiedBy>orqots</cp:lastModifiedBy>
  <cp:revision>31</cp:revision>
  <dcterms:created xsi:type="dcterms:W3CDTF">2020-08-11T22:57:02Z</dcterms:created>
  <dcterms:modified xsi:type="dcterms:W3CDTF">2020-08-11T22:57:02Z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1033-11.1.0.8865</vt:lpwstr>
  </property>
</Properties>
</file>