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7" r:id="rId3"/>
    <p:sldId id="256" r:id="rId5"/>
    <p:sldId id="258" r:id="rId6"/>
    <p:sldId id="259" r:id="rId7"/>
    <p:sldId id="260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66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1"/>
        <p:guide pos="384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9767EC-45A5-4690-BD18-E11B67407D4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9B6BB80D-CE45-4175-8E2D-4905C0D010CD}">
      <dgm:prSet phldrT="[Text]" phldr="0" custT="0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" altLang="en-US"/>
            <a:t>Plan de seguridad de la información</a:t>
          </a:r>
          <a:r>
            <a:rPr lang="" altLang="en-US"/>
            <a:t/>
          </a:r>
          <a:endParaRPr lang="" altLang="en-US"/>
        </a:p>
      </dgm:t>
    </dgm:pt>
    <dgm:pt modelId="{BB1D02B8-EBBE-4750-81F7-841715D8CAD2}" cxnId="{7F6ED37B-287A-41F4-9D29-34DB876ABCC1}" type="parTrans">
      <dgm:prSet/>
      <dgm:spPr/>
      <dgm:t>
        <a:bodyPr/>
        <a:p>
          <a:endParaRPr lang="en-US"/>
        </a:p>
      </dgm:t>
    </dgm:pt>
    <dgm:pt modelId="{59718BFC-7461-43EC-A70B-78CAAE8F9086}" cxnId="{7F6ED37B-287A-41F4-9D29-34DB876ABCC1}" type="sibTrans">
      <dgm:prSet/>
      <dgm:spPr/>
      <dgm:t>
        <a:bodyPr/>
        <a:p>
          <a:endParaRPr lang="en-US"/>
        </a:p>
      </dgm:t>
    </dgm:pt>
    <dgm:pt modelId="{4FA167C7-41CD-4946-9FE3-982B93A7A123}">
      <dgm:prSet phldrT="[Text]" phldr="0" custT="0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" altLang="en-US"/>
            <a:t>Gestión de cambios</a:t>
          </a:r>
          <a:endParaRPr lang="" altLang="en-US"/>
        </a:p>
      </dgm:t>
    </dgm:pt>
    <dgm:pt modelId="{0FBEE49D-B4F4-4FDC-A0B8-82C9EAE8FC49}" cxnId="{C7AFEBC0-AAB3-4985-A65A-BCA8DE3911F2}" type="parTrans">
      <dgm:prSet/>
      <dgm:spPr/>
      <dgm:t>
        <a:bodyPr/>
        <a:p>
          <a:endParaRPr lang="en-US"/>
        </a:p>
      </dgm:t>
    </dgm:pt>
    <dgm:pt modelId="{A5DEF5B1-D3B3-42ED-86C6-DE0BFE8F1D5E}" cxnId="{C7AFEBC0-AAB3-4985-A65A-BCA8DE3911F2}" type="sibTrans">
      <dgm:prSet/>
      <dgm:spPr/>
      <dgm:t>
        <a:bodyPr/>
        <a:p>
          <a:endParaRPr lang="en-US"/>
        </a:p>
      </dgm:t>
    </dgm:pt>
    <dgm:pt modelId="{012E2374-9848-4A3A-A4CB-AB21E01F47B2}">
      <dgm:prSet phldrT="[Text]" phldr="0" custT="0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" altLang="en-US"/>
            <a:t>Continuidad del negocio</a:t>
          </a:r>
          <a:r>
            <a:rPr lang="" altLang="en-US"/>
            <a:t/>
          </a:r>
          <a:endParaRPr lang="" altLang="en-US"/>
        </a:p>
      </dgm:t>
    </dgm:pt>
    <dgm:pt modelId="{62C7854A-82A8-4FC8-9834-5F3449F276F1}" cxnId="{CE42AEF8-3BE3-4C26-AA4F-AE40CADE4E79}" type="parTrans">
      <dgm:prSet/>
      <dgm:spPr/>
      <dgm:t>
        <a:bodyPr/>
        <a:p>
          <a:endParaRPr lang="en-US"/>
        </a:p>
      </dgm:t>
    </dgm:pt>
    <dgm:pt modelId="{AEF6F788-4997-4B27-9CA3-00098FDB30A5}" cxnId="{CE42AEF8-3BE3-4C26-AA4F-AE40CADE4E79}" type="sibTrans">
      <dgm:prSet/>
      <dgm:spPr/>
      <dgm:t>
        <a:bodyPr/>
        <a:p>
          <a:endParaRPr lang="en-US"/>
        </a:p>
      </dgm:t>
    </dgm:pt>
    <dgm:pt modelId="{7445BF43-8F4F-4601-8E54-44F36454B2AE}">
      <dgm:prSet phldrT="[Text]" phldr="0" custT="0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" altLang="en-US"/>
            <a:t>Datos personales</a:t>
          </a:r>
          <a:r>
            <a:rPr lang="" altLang="en-US"/>
            <a:t/>
          </a:r>
          <a:endParaRPr lang="" altLang="en-US"/>
        </a:p>
      </dgm:t>
    </dgm:pt>
    <dgm:pt modelId="{0F92155C-AC9D-4FA3-A8E0-B855B2434614}" cxnId="{4B63BCBF-AA02-496C-A665-BB3BD9FFE6EE}" type="parTrans">
      <dgm:prSet/>
      <dgm:spPr/>
      <dgm:t>
        <a:bodyPr/>
        <a:p>
          <a:endParaRPr lang="en-US"/>
        </a:p>
      </dgm:t>
    </dgm:pt>
    <dgm:pt modelId="{053FC03B-A92E-4CAC-B45E-1DF4D29ECD7A}" cxnId="{4B63BCBF-AA02-496C-A665-BB3BD9FFE6EE}" type="sibTrans">
      <dgm:prSet/>
      <dgm:spPr/>
      <dgm:t>
        <a:bodyPr/>
        <a:p>
          <a:endParaRPr lang="en-US"/>
        </a:p>
      </dgm:t>
    </dgm:pt>
    <dgm:pt modelId="{6509179F-ACA4-4700-A36E-219FB6C410E8}">
      <dgm:prSet phldrT="[Text]" phldr="0" custT="0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" altLang="en-US"/>
            <a:t>Proveedores de TI</a:t>
          </a:r>
          <a:r>
            <a:rPr lang="" altLang="en-US"/>
            <a:t/>
          </a:r>
          <a:endParaRPr lang="" altLang="en-US"/>
        </a:p>
      </dgm:t>
    </dgm:pt>
    <dgm:pt modelId="{71565FF3-755E-45E8-BA70-1F310FD4C06B}" cxnId="{B487A82D-F429-450F-984C-DC35D574B7A6}" type="parTrans">
      <dgm:prSet/>
      <dgm:spPr/>
      <dgm:t>
        <a:bodyPr/>
        <a:p>
          <a:endParaRPr lang="en-US"/>
        </a:p>
      </dgm:t>
    </dgm:pt>
    <dgm:pt modelId="{7D36E41E-D04A-42FB-96E3-A252BA9520CB}" cxnId="{B487A82D-F429-450F-984C-DC35D574B7A6}" type="sibTrans">
      <dgm:prSet/>
      <dgm:spPr/>
      <dgm:t>
        <a:bodyPr/>
        <a:p>
          <a:endParaRPr lang="en-US"/>
        </a:p>
      </dgm:t>
    </dgm:pt>
    <dgm:pt modelId="{6263A432-66E8-42C0-87B1-FDFFB789EC9E}" type="pres">
      <dgm:prSet presAssocID="{A69767EC-45A5-4690-BD18-E11B67407D41}" presName="diagram" presStyleCnt="0">
        <dgm:presLayoutVars>
          <dgm:dir/>
          <dgm:resizeHandles val="exact"/>
        </dgm:presLayoutVars>
      </dgm:prSet>
      <dgm:spPr/>
    </dgm:pt>
    <dgm:pt modelId="{45BC76BB-AE4B-4A92-A58B-7E063DBD1E24}" type="pres">
      <dgm:prSet presAssocID="{9B6BB80D-CE45-4175-8E2D-4905C0D010CD}" presName="node" presStyleLbl="node1" presStyleIdx="0" presStyleCnt="5">
        <dgm:presLayoutVars>
          <dgm:bulletEnabled val="1"/>
        </dgm:presLayoutVars>
      </dgm:prSet>
      <dgm:spPr/>
    </dgm:pt>
    <dgm:pt modelId="{27FEB09D-0795-4328-AC3A-216994F3D6B6}" type="pres">
      <dgm:prSet presAssocID="{59718BFC-7461-43EC-A70B-78CAAE8F9086}" presName="sibTrans" presStyleCnt="0"/>
      <dgm:spPr/>
    </dgm:pt>
    <dgm:pt modelId="{847E901F-75F0-4307-BA30-D30DEFF4E488}" type="pres">
      <dgm:prSet presAssocID="{4FA167C7-41CD-4946-9FE3-982B93A7A123}" presName="node" presStyleLbl="node1" presStyleIdx="1" presStyleCnt="5">
        <dgm:presLayoutVars>
          <dgm:bulletEnabled val="1"/>
        </dgm:presLayoutVars>
      </dgm:prSet>
      <dgm:spPr/>
    </dgm:pt>
    <dgm:pt modelId="{53665879-D2CA-4AD3-85DF-9C98D3EE79E3}" type="pres">
      <dgm:prSet presAssocID="{A5DEF5B1-D3B3-42ED-86C6-DE0BFE8F1D5E}" presName="sibTrans" presStyleCnt="0"/>
      <dgm:spPr/>
    </dgm:pt>
    <dgm:pt modelId="{43B36D94-2B60-4FDF-86E6-EEE9BC8470EF}" type="pres">
      <dgm:prSet presAssocID="{012E2374-9848-4A3A-A4CB-AB21E01F47B2}" presName="node" presStyleLbl="node1" presStyleIdx="2" presStyleCnt="5">
        <dgm:presLayoutVars>
          <dgm:bulletEnabled val="1"/>
        </dgm:presLayoutVars>
      </dgm:prSet>
      <dgm:spPr/>
    </dgm:pt>
    <dgm:pt modelId="{E204F384-F171-43F9-9CC1-375ABE603CAC}" type="pres">
      <dgm:prSet presAssocID="{AEF6F788-4997-4B27-9CA3-00098FDB30A5}" presName="sibTrans" presStyleCnt="0"/>
      <dgm:spPr/>
    </dgm:pt>
    <dgm:pt modelId="{20B5779C-E87E-412E-8710-5EC38FEF4CEE}" type="pres">
      <dgm:prSet presAssocID="{7445BF43-8F4F-4601-8E54-44F36454B2AE}" presName="node" presStyleLbl="node1" presStyleIdx="3" presStyleCnt="5">
        <dgm:presLayoutVars>
          <dgm:bulletEnabled val="1"/>
        </dgm:presLayoutVars>
      </dgm:prSet>
      <dgm:spPr/>
    </dgm:pt>
    <dgm:pt modelId="{BF172A2B-4638-4663-910A-85711461A2EC}" type="pres">
      <dgm:prSet presAssocID="{053FC03B-A92E-4CAC-B45E-1DF4D29ECD7A}" presName="sibTrans" presStyleCnt="0"/>
      <dgm:spPr/>
    </dgm:pt>
    <dgm:pt modelId="{40824626-A253-450E-83D8-4E8EE145074C}" type="pres">
      <dgm:prSet presAssocID="{6509179F-ACA4-4700-A36E-219FB6C410E8}" presName="node" presStyleLbl="node1" presStyleIdx="4" presStyleCnt="5">
        <dgm:presLayoutVars>
          <dgm:bulletEnabled val="1"/>
        </dgm:presLayoutVars>
      </dgm:prSet>
      <dgm:spPr/>
    </dgm:pt>
  </dgm:ptLst>
  <dgm:cxnLst>
    <dgm:cxn modelId="{7F6ED37B-287A-41F4-9D29-34DB876ABCC1}" srcId="{A69767EC-45A5-4690-BD18-E11B67407D41}" destId="{9B6BB80D-CE45-4175-8E2D-4905C0D010CD}" srcOrd="0" destOrd="0" parTransId="{BB1D02B8-EBBE-4750-81F7-841715D8CAD2}" sibTransId="{59718BFC-7461-43EC-A70B-78CAAE8F9086}"/>
    <dgm:cxn modelId="{C7AFEBC0-AAB3-4985-A65A-BCA8DE3911F2}" srcId="{A69767EC-45A5-4690-BD18-E11B67407D41}" destId="{4FA167C7-41CD-4946-9FE3-982B93A7A123}" srcOrd="1" destOrd="0" parTransId="{0FBEE49D-B4F4-4FDC-A0B8-82C9EAE8FC49}" sibTransId="{A5DEF5B1-D3B3-42ED-86C6-DE0BFE8F1D5E}"/>
    <dgm:cxn modelId="{CE42AEF8-3BE3-4C26-AA4F-AE40CADE4E79}" srcId="{A69767EC-45A5-4690-BD18-E11B67407D41}" destId="{012E2374-9848-4A3A-A4CB-AB21E01F47B2}" srcOrd="2" destOrd="0" parTransId="{62C7854A-82A8-4FC8-9834-5F3449F276F1}" sibTransId="{AEF6F788-4997-4B27-9CA3-00098FDB30A5}"/>
    <dgm:cxn modelId="{4B63BCBF-AA02-496C-A665-BB3BD9FFE6EE}" srcId="{A69767EC-45A5-4690-BD18-E11B67407D41}" destId="{7445BF43-8F4F-4601-8E54-44F36454B2AE}" srcOrd="3" destOrd="0" parTransId="{0F92155C-AC9D-4FA3-A8E0-B855B2434614}" sibTransId="{053FC03B-A92E-4CAC-B45E-1DF4D29ECD7A}"/>
    <dgm:cxn modelId="{B487A82D-F429-450F-984C-DC35D574B7A6}" srcId="{A69767EC-45A5-4690-BD18-E11B67407D41}" destId="{6509179F-ACA4-4700-A36E-219FB6C410E8}" srcOrd="4" destOrd="0" parTransId="{71565FF3-755E-45E8-BA70-1F310FD4C06B}" sibTransId="{7D36E41E-D04A-42FB-96E3-A252BA9520CB}"/>
    <dgm:cxn modelId="{DBD9674A-A0B8-4E88-BA51-B37D772C4030}" type="presOf" srcId="{A69767EC-45A5-4690-BD18-E11B67407D41}" destId="{6263A432-66E8-42C0-87B1-FDFFB789EC9E}" srcOrd="0" destOrd="0" presId="urn:microsoft.com/office/officeart/2005/8/layout/default"/>
    <dgm:cxn modelId="{7D79CF82-1AA0-4C31-83D2-C8C1897EA2D0}" type="presParOf" srcId="{6263A432-66E8-42C0-87B1-FDFFB789EC9E}" destId="{45BC76BB-AE4B-4A92-A58B-7E063DBD1E24}" srcOrd="0" destOrd="0" presId="urn:microsoft.com/office/officeart/2005/8/layout/default"/>
    <dgm:cxn modelId="{5A3ED5BA-0157-4C88-A074-0BF4FF126E47}" type="presOf" srcId="{9B6BB80D-CE45-4175-8E2D-4905C0D010CD}" destId="{45BC76BB-AE4B-4A92-A58B-7E063DBD1E24}" srcOrd="0" destOrd="0" presId="urn:microsoft.com/office/officeart/2005/8/layout/default"/>
    <dgm:cxn modelId="{2EECA109-26ED-452C-AD31-B7846EDB116F}" type="presParOf" srcId="{6263A432-66E8-42C0-87B1-FDFFB789EC9E}" destId="{27FEB09D-0795-4328-AC3A-216994F3D6B6}" srcOrd="1" destOrd="0" presId="urn:microsoft.com/office/officeart/2005/8/layout/default"/>
    <dgm:cxn modelId="{74866BF7-89BC-4198-8757-81FED36F2E47}" type="presParOf" srcId="{6263A432-66E8-42C0-87B1-FDFFB789EC9E}" destId="{847E901F-75F0-4307-BA30-D30DEFF4E488}" srcOrd="2" destOrd="0" presId="urn:microsoft.com/office/officeart/2005/8/layout/default"/>
    <dgm:cxn modelId="{F44DEB87-71CD-426B-97F5-517B44198E6C}" type="presOf" srcId="{4FA167C7-41CD-4946-9FE3-982B93A7A123}" destId="{847E901F-75F0-4307-BA30-D30DEFF4E488}" srcOrd="0" destOrd="0" presId="urn:microsoft.com/office/officeart/2005/8/layout/default"/>
    <dgm:cxn modelId="{8702F00F-4D31-434F-9608-63F2F8C9ED03}" type="presParOf" srcId="{6263A432-66E8-42C0-87B1-FDFFB789EC9E}" destId="{53665879-D2CA-4AD3-85DF-9C98D3EE79E3}" srcOrd="3" destOrd="0" presId="urn:microsoft.com/office/officeart/2005/8/layout/default"/>
    <dgm:cxn modelId="{84E6DCFC-A402-45B3-AE28-CBF1209122BD}" type="presParOf" srcId="{6263A432-66E8-42C0-87B1-FDFFB789EC9E}" destId="{43B36D94-2B60-4FDF-86E6-EEE9BC8470EF}" srcOrd="4" destOrd="0" presId="urn:microsoft.com/office/officeart/2005/8/layout/default"/>
    <dgm:cxn modelId="{3A05869C-4BB9-423C-8B34-A3FA5B3CBAF8}" type="presOf" srcId="{012E2374-9848-4A3A-A4CB-AB21E01F47B2}" destId="{43B36D94-2B60-4FDF-86E6-EEE9BC8470EF}" srcOrd="0" destOrd="0" presId="urn:microsoft.com/office/officeart/2005/8/layout/default"/>
    <dgm:cxn modelId="{5BADDDB9-B50F-4A3B-A7C5-C68905FBBA75}" type="presParOf" srcId="{6263A432-66E8-42C0-87B1-FDFFB789EC9E}" destId="{E204F384-F171-43F9-9CC1-375ABE603CAC}" srcOrd="5" destOrd="0" presId="urn:microsoft.com/office/officeart/2005/8/layout/default"/>
    <dgm:cxn modelId="{9D607F0D-4483-490B-8E0F-988CFCB0EC20}" type="presParOf" srcId="{6263A432-66E8-42C0-87B1-FDFFB789EC9E}" destId="{20B5779C-E87E-412E-8710-5EC38FEF4CEE}" srcOrd="6" destOrd="0" presId="urn:microsoft.com/office/officeart/2005/8/layout/default"/>
    <dgm:cxn modelId="{D31F76EF-607A-4E3A-B25A-38C3BA7CECAC}" type="presOf" srcId="{7445BF43-8F4F-4601-8E54-44F36454B2AE}" destId="{20B5779C-E87E-412E-8710-5EC38FEF4CEE}" srcOrd="0" destOrd="0" presId="urn:microsoft.com/office/officeart/2005/8/layout/default"/>
    <dgm:cxn modelId="{3A1AC749-19F0-4F87-9650-957ECE406C62}" type="presParOf" srcId="{6263A432-66E8-42C0-87B1-FDFFB789EC9E}" destId="{BF172A2B-4638-4663-910A-85711461A2EC}" srcOrd="7" destOrd="0" presId="urn:microsoft.com/office/officeart/2005/8/layout/default"/>
    <dgm:cxn modelId="{481145A7-7F34-4D53-8689-FA1B31836C35}" type="presParOf" srcId="{6263A432-66E8-42C0-87B1-FDFFB789EC9E}" destId="{40824626-A253-450E-83D8-4E8EE145074C}" srcOrd="8" destOrd="0" presId="urn:microsoft.com/office/officeart/2005/8/layout/default"/>
    <dgm:cxn modelId="{3E5D1C4D-0978-49ED-B0B3-BAE2F3222E62}" type="presOf" srcId="{6509179F-ACA4-4700-A36E-219FB6C410E8}" destId="{40824626-A253-450E-83D8-4E8EE145074C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7540625" cy="2374265"/>
        <a:chOff x="0" y="0"/>
        <a:chExt cx="7540625" cy="2374265"/>
      </a:xfrm>
    </dsp:grpSpPr>
    <dsp:sp modelId="{45BC76BB-AE4B-4A92-A58B-7E063DBD1E24}">
      <dsp:nvSpPr>
        <dsp:cNvPr id="3" name="Rectangle 2"/>
        <dsp:cNvSpPr/>
      </dsp:nvSpPr>
      <dsp:spPr bwMode="white">
        <a:xfrm>
          <a:off x="848136" y="-22"/>
          <a:ext cx="1826418" cy="1095851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" altLang="en-US"/>
            <a:t>Plan de seguridad de la información</a:t>
          </a:r>
          <a:endParaRPr lang="" altLang="en-US"/>
        </a:p>
      </dsp:txBody>
      <dsp:txXfrm>
        <a:off x="848136" y="-22"/>
        <a:ext cx="1826418" cy="1095851"/>
      </dsp:txXfrm>
    </dsp:sp>
    <dsp:sp modelId="{847E901F-75F0-4307-BA30-D30DEFF4E488}">
      <dsp:nvSpPr>
        <dsp:cNvPr id="4" name="Rectangle 3"/>
        <dsp:cNvSpPr/>
      </dsp:nvSpPr>
      <dsp:spPr bwMode="white">
        <a:xfrm>
          <a:off x="2857196" y="-22"/>
          <a:ext cx="1826418" cy="1095851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" altLang="en-US"/>
            <a:t>Gestión de cambios</a:t>
          </a:r>
          <a:endParaRPr lang="" altLang="en-US"/>
        </a:p>
      </dsp:txBody>
      <dsp:txXfrm>
        <a:off x="2857196" y="-22"/>
        <a:ext cx="1826418" cy="1095851"/>
      </dsp:txXfrm>
    </dsp:sp>
    <dsp:sp modelId="{43B36D94-2B60-4FDF-86E6-EEE9BC8470EF}">
      <dsp:nvSpPr>
        <dsp:cNvPr id="5" name="Rectangle 4"/>
        <dsp:cNvSpPr/>
      </dsp:nvSpPr>
      <dsp:spPr bwMode="white">
        <a:xfrm>
          <a:off x="4866255" y="-22"/>
          <a:ext cx="1826418" cy="1095851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" altLang="en-US"/>
            <a:t>Continuidad del negocio</a:t>
          </a:r>
          <a:endParaRPr lang="" altLang="en-US"/>
        </a:p>
      </dsp:txBody>
      <dsp:txXfrm>
        <a:off x="4866255" y="-22"/>
        <a:ext cx="1826418" cy="1095851"/>
      </dsp:txXfrm>
    </dsp:sp>
    <dsp:sp modelId="{20B5779C-E87E-412E-8710-5EC38FEF4CEE}">
      <dsp:nvSpPr>
        <dsp:cNvPr id="6" name="Rectangle 5"/>
        <dsp:cNvSpPr/>
      </dsp:nvSpPr>
      <dsp:spPr bwMode="white">
        <a:xfrm>
          <a:off x="1852634" y="1278436"/>
          <a:ext cx="1826418" cy="1095851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" altLang="en-US"/>
            <a:t>Datos personales</a:t>
          </a:r>
          <a:endParaRPr lang="" altLang="en-US"/>
        </a:p>
      </dsp:txBody>
      <dsp:txXfrm>
        <a:off x="1852634" y="1278436"/>
        <a:ext cx="1826418" cy="1095851"/>
      </dsp:txXfrm>
    </dsp:sp>
    <dsp:sp modelId="{40824626-A253-450E-83D8-4E8EE145074C}">
      <dsp:nvSpPr>
        <dsp:cNvPr id="7" name="Rectangle 6"/>
        <dsp:cNvSpPr/>
      </dsp:nvSpPr>
      <dsp:spPr bwMode="white">
        <a:xfrm>
          <a:off x="3861694" y="1278436"/>
          <a:ext cx="1826418" cy="1095851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" altLang="en-US"/>
            <a:t>Proveedores de TI</a:t>
          </a:r>
          <a:endParaRPr lang="" altLang="en-US"/>
        </a:p>
      </dsp:txBody>
      <dsp:txXfrm>
        <a:off x="3861694" y="1278436"/>
        <a:ext cx="1826418" cy="10958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47D7C-4409-478C-9EE4-95B05734F032}" type="slidenum">
              <a:rPr lang="es-ES" smtClean="0"/>
            </a:fld>
            <a:endParaRPr lang="es-E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47D7C-4409-478C-9EE4-95B05734F032}" type="slidenum">
              <a:rPr lang="es-ES" smtClean="0"/>
            </a:fld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47D7C-4409-478C-9EE4-95B05734F032}" type="slidenum">
              <a:rPr lang="es-ES" smtClean="0"/>
            </a:fld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47D7C-4409-478C-9EE4-95B05734F032}" type="slidenum">
              <a:rPr lang="es-ES" smtClean="0"/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ada servido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3" y="0"/>
            <a:ext cx="12215677" cy="68585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0" hasCustomPrompt="1"/>
          </p:nvPr>
        </p:nvSpPr>
        <p:spPr>
          <a:xfrm>
            <a:off x="613834" y="1727200"/>
            <a:ext cx="10977033" cy="4230679"/>
          </a:xfrm>
        </p:spPr>
        <p:txBody>
          <a:bodyPr/>
          <a:lstStyle/>
          <a:p>
            <a:pPr lvl="0"/>
            <a:r>
              <a:rPr lang="es-ES_tradnl" dirty="0"/>
              <a:t>Haga clic para modificar el estilo de texto del patrón</a:t>
            </a:r>
            <a:endParaRPr lang="es-ES_tradnl" dirty="0"/>
          </a:p>
          <a:p>
            <a:pPr lvl="1"/>
            <a:r>
              <a:rPr lang="es-ES_tradnl" dirty="0"/>
              <a:t>Segundo nivel</a:t>
            </a:r>
            <a:endParaRPr lang="es-ES_tradnl" dirty="0"/>
          </a:p>
          <a:p>
            <a:pPr lvl="2"/>
            <a:r>
              <a:rPr lang="es-ES_tradnl" dirty="0"/>
              <a:t>Tercer nivel</a:t>
            </a:r>
            <a:endParaRPr lang="es-ES_tradnl" dirty="0"/>
          </a:p>
          <a:p>
            <a:pPr lvl="3"/>
            <a:r>
              <a:rPr lang="es-ES_tradnl" dirty="0"/>
              <a:t>Cuarto nivel</a:t>
            </a:r>
            <a:endParaRPr lang="es-ES_tradnl" dirty="0"/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cxnSp>
        <p:nvCxnSpPr>
          <p:cNvPr id="6" name="Conector recto 5"/>
          <p:cNvCxnSpPr/>
          <p:nvPr userDrawn="1"/>
        </p:nvCxnSpPr>
        <p:spPr>
          <a:xfrm>
            <a:off x="0" y="6845014"/>
            <a:ext cx="12192000" cy="1896"/>
          </a:xfrm>
          <a:prstGeom prst="line">
            <a:avLst/>
          </a:prstGeom>
          <a:ln w="82550" cap="sq" cmpd="sng">
            <a:gradFill flip="none" rotWithShape="1">
              <a:gsLst>
                <a:gs pos="0">
                  <a:srgbClr val="9AAE04"/>
                </a:gs>
                <a:gs pos="100000">
                  <a:srgbClr val="1994A4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ítulo 1"/>
          <p:cNvSpPr>
            <a:spLocks noGrp="1"/>
          </p:cNvSpPr>
          <p:nvPr>
            <p:ph type="ctrTitle" hasCustomPrompt="1"/>
          </p:nvPr>
        </p:nvSpPr>
        <p:spPr>
          <a:xfrm>
            <a:off x="609600" y="887457"/>
            <a:ext cx="9635067" cy="524827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rgbClr val="000000"/>
                </a:solidFill>
                <a:latin typeface="+mj-lt"/>
                <a:cs typeface="Arial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cxnSp>
        <p:nvCxnSpPr>
          <p:cNvPr id="10" name="Conector recto 9"/>
          <p:cNvCxnSpPr/>
          <p:nvPr userDrawn="1"/>
        </p:nvCxnSpPr>
        <p:spPr>
          <a:xfrm>
            <a:off x="661702" y="1478842"/>
            <a:ext cx="10939895" cy="0"/>
          </a:xfrm>
          <a:prstGeom prst="line">
            <a:avLst/>
          </a:prstGeom>
          <a:ln w="57150" cap="rnd" cmpd="sng">
            <a:gradFill flip="none" rotWithShape="1">
              <a:gsLst>
                <a:gs pos="0">
                  <a:srgbClr val="9AAE04"/>
                </a:gs>
                <a:gs pos="100000">
                  <a:srgbClr val="1994A4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8918"/>
            <a:ext cx="5166167" cy="389573"/>
          </a:xfrm>
        </p:spPr>
        <p:txBody>
          <a:bodyPr anchor="ctr"/>
          <a:lstStyle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s-ES" dirty="0"/>
              <a:t>Clic para modificar título de Sección</a:t>
            </a:r>
            <a:endParaRPr lang="es-C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ntrada manual 4"/>
          <p:cNvSpPr/>
          <p:nvPr/>
        </p:nvSpPr>
        <p:spPr>
          <a:xfrm rot="5400000" flipH="1">
            <a:off x="1714822" y="2731053"/>
            <a:ext cx="1965315" cy="5394960"/>
          </a:xfrm>
          <a:prstGeom prst="flowChartManualInput">
            <a:avLst/>
          </a:prstGeom>
          <a:solidFill>
            <a:srgbClr val="FFFFFF">
              <a:alpha val="83137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7" name="Imagen 2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629141" y="333180"/>
            <a:ext cx="2584928" cy="1422000"/>
          </a:xfrm>
          <a:prstGeom prst="rect">
            <a:avLst/>
          </a:prstGeom>
        </p:spPr>
      </p:pic>
      <p:sp>
        <p:nvSpPr>
          <p:cNvPr id="11" name="Subtítulo 2"/>
          <p:cNvSpPr txBox="1"/>
          <p:nvPr/>
        </p:nvSpPr>
        <p:spPr>
          <a:xfrm>
            <a:off x="274816" y="4514790"/>
            <a:ext cx="5368337" cy="9715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</a:rPr>
              <a:t>Propuesta Servicios de Ciberseguridad</a:t>
            </a:r>
            <a:endParaRPr lang="es-ES" sz="2400" b="1" dirty="0">
              <a:solidFill>
                <a:prstClr val="black">
                  <a:lumMod val="65000"/>
                  <a:lumOff val="35000"/>
                </a:prst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3615757" y="4975116"/>
            <a:ext cx="118300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s-CO" sz="1400" dirty="0" smtClean="0">
                <a:solidFill>
                  <a:schemeClr val="bg1">
                    <a:lumMod val="50000"/>
                  </a:schemeClr>
                </a:solidFill>
              </a:rPr>
              <a:t>Agosto</a:t>
            </a:r>
            <a:r>
              <a:rPr lang="es-CO" sz="1400" dirty="0" smtClean="0">
                <a:solidFill>
                  <a:schemeClr val="bg1">
                    <a:lumMod val="50000"/>
                  </a:schemeClr>
                </a:solidFill>
              </a:rPr>
              <a:t> 2020</a:t>
            </a:r>
            <a:endParaRPr lang="es-CO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15" y="5306060"/>
            <a:ext cx="2118360" cy="1104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Imagen 28" descr="Imagen que contiene persona, interior, hombre, grupo&#10;&#10;Descripción generada automáticamente"/>
          <p:cNvPicPr>
            <a:picLocks noChangeAspect="1"/>
          </p:cNvPicPr>
          <p:nvPr/>
        </p:nvPicPr>
        <p:blipFill rotWithShape="1">
          <a:blip r:embed="rId1" cstate="screen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4000" contrast="-1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0"/>
            <a:ext cx="5581650" cy="6860666"/>
          </a:xfrm>
          <a:prstGeom prst="rect">
            <a:avLst/>
          </a:prstGeom>
        </p:spPr>
      </p:pic>
      <p:sp>
        <p:nvSpPr>
          <p:cNvPr id="14" name="Marcador de texto 5"/>
          <p:cNvSpPr>
            <a:spLocks noGrp="1"/>
          </p:cNvSpPr>
          <p:nvPr>
            <p:ph type="body" sz="quarter" idx="11"/>
          </p:nvPr>
        </p:nvSpPr>
        <p:spPr>
          <a:xfrm>
            <a:off x="6449530" y="2610359"/>
            <a:ext cx="4320000" cy="540000"/>
          </a:xfrm>
        </p:spPr>
        <p:txBody>
          <a:bodyPr anchor="ctr" anchorCtr="0">
            <a:noAutofit/>
          </a:bodyPr>
          <a:p>
            <a:pPr marL="0" indent="0">
              <a:buNone/>
            </a:pPr>
            <a:r>
              <a:rPr lang="es-ES" sz="24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Entregables</a:t>
            </a:r>
            <a:endParaRPr lang="es-ES" sz="2400" b="1" dirty="0" smtClean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0" name="Elipse 9"/>
          <p:cNvSpPr/>
          <p:nvPr/>
        </p:nvSpPr>
        <p:spPr bwMode="auto">
          <a:xfrm>
            <a:off x="6041848" y="1525095"/>
            <a:ext cx="142875" cy="142875"/>
          </a:xfrm>
          <a:prstGeom prst="ellipse">
            <a:avLst/>
          </a:prstGeom>
          <a:solidFill>
            <a:srgbClr val="9AAE04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381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p>
            <a:pPr algn="ctr"/>
            <a:endParaRPr lang="es-ES" dirty="0"/>
          </a:p>
        </p:txBody>
      </p:sp>
      <p:sp>
        <p:nvSpPr>
          <p:cNvPr id="11" name="Elipse 10"/>
          <p:cNvSpPr/>
          <p:nvPr/>
        </p:nvSpPr>
        <p:spPr bwMode="auto">
          <a:xfrm>
            <a:off x="6041848" y="4164183"/>
            <a:ext cx="142875" cy="142875"/>
          </a:xfrm>
          <a:prstGeom prst="ellipse">
            <a:avLst/>
          </a:prstGeom>
          <a:solidFill>
            <a:srgbClr val="9AAE04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381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p>
            <a:pPr algn="ctr"/>
            <a:endParaRPr lang="es-ES" dirty="0"/>
          </a:p>
        </p:txBody>
      </p:sp>
      <p:sp>
        <p:nvSpPr>
          <p:cNvPr id="18" name="Marcador de texto 5"/>
          <p:cNvSpPr>
            <a:spLocks noGrp="1"/>
          </p:cNvSpPr>
          <p:nvPr/>
        </p:nvSpPr>
        <p:spPr>
          <a:xfrm>
            <a:off x="6449530" y="4611107"/>
            <a:ext cx="4320000" cy="54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/>
              <a:buNone/>
              <a:defRPr sz="40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 i="1" kern="1200">
                <a:solidFill>
                  <a:srgbClr val="9AAE04"/>
                </a:solidFill>
                <a:latin typeface="+mj-lt"/>
                <a:ea typeface="+mn-ea"/>
                <a:cs typeface="Arial"/>
              </a:defRPr>
            </a:lvl2pPr>
            <a:lvl3pPr marL="449580" indent="-17653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3pPr>
            <a:lvl4pPr marL="809625" indent="-2730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4pPr>
            <a:lvl5pPr marL="1073150" indent="-26352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b="1" dirty="0"/>
              <a:t>Valor agregado</a:t>
            </a:r>
            <a:endParaRPr lang="en-US" sz="2400" b="1" dirty="0"/>
          </a:p>
        </p:txBody>
      </p:sp>
      <p:sp>
        <p:nvSpPr>
          <p:cNvPr id="17" name="Marcador de texto 5"/>
          <p:cNvSpPr>
            <a:spLocks noGrp="1"/>
          </p:cNvSpPr>
          <p:nvPr/>
        </p:nvSpPr>
        <p:spPr>
          <a:xfrm>
            <a:off x="6449530" y="1276527"/>
            <a:ext cx="4320000" cy="54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/>
              <a:buNone/>
              <a:defRPr sz="40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 i="1" kern="1200">
                <a:solidFill>
                  <a:srgbClr val="9AAE04"/>
                </a:solidFill>
                <a:latin typeface="+mj-lt"/>
                <a:ea typeface="+mn-ea"/>
                <a:cs typeface="Arial"/>
              </a:defRPr>
            </a:lvl2pPr>
            <a:lvl3pPr marL="449580" indent="-17653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3pPr>
            <a:lvl4pPr marL="809625" indent="-2730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4pPr>
            <a:lvl5pPr marL="1073150" indent="-26352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b="1" dirty="0" smtClean="0"/>
              <a:t>Alcance</a:t>
            </a:r>
            <a:endParaRPr lang="es-ES" sz="2400" b="1" dirty="0"/>
          </a:p>
        </p:txBody>
      </p:sp>
      <p:sp>
        <p:nvSpPr>
          <p:cNvPr id="19" name="Marcador de texto 5"/>
          <p:cNvSpPr>
            <a:spLocks noGrp="1"/>
          </p:cNvSpPr>
          <p:nvPr/>
        </p:nvSpPr>
        <p:spPr>
          <a:xfrm>
            <a:off x="6449530" y="3277275"/>
            <a:ext cx="4320000" cy="54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/>
              <a:buNone/>
              <a:defRPr sz="40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 i="1" kern="1200">
                <a:solidFill>
                  <a:srgbClr val="9AAE04"/>
                </a:solidFill>
                <a:latin typeface="+mj-lt"/>
                <a:ea typeface="+mn-ea"/>
                <a:cs typeface="Arial"/>
              </a:defRPr>
            </a:lvl2pPr>
            <a:lvl3pPr marL="449580" indent="-17653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3pPr>
            <a:lvl4pPr marL="809625" indent="-2730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4pPr>
            <a:lvl5pPr marL="1073150" indent="-26352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b="1" dirty="0" smtClean="0"/>
              <a:t>Modelo Operativo</a:t>
            </a:r>
            <a:endParaRPr lang="es-ES" sz="2400" b="1" dirty="0"/>
          </a:p>
        </p:txBody>
      </p:sp>
      <p:sp>
        <p:nvSpPr>
          <p:cNvPr id="25" name="Elipse 24"/>
          <p:cNvSpPr/>
          <p:nvPr/>
        </p:nvSpPr>
        <p:spPr bwMode="auto">
          <a:xfrm>
            <a:off x="6041848" y="4823955"/>
            <a:ext cx="142875" cy="142875"/>
          </a:xfrm>
          <a:prstGeom prst="ellipse">
            <a:avLst/>
          </a:prstGeom>
          <a:solidFill>
            <a:srgbClr val="9AAE04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381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es-ES" dirty="0"/>
          </a:p>
        </p:txBody>
      </p:sp>
      <p:sp>
        <p:nvSpPr>
          <p:cNvPr id="26" name="Elipse 25"/>
          <p:cNvSpPr/>
          <p:nvPr/>
        </p:nvSpPr>
        <p:spPr bwMode="auto">
          <a:xfrm>
            <a:off x="6041848" y="5483727"/>
            <a:ext cx="142875" cy="142875"/>
          </a:xfrm>
          <a:prstGeom prst="ellipse">
            <a:avLst/>
          </a:prstGeom>
          <a:solidFill>
            <a:srgbClr val="9AAE04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381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es-ES" dirty="0"/>
          </a:p>
        </p:txBody>
      </p:sp>
      <p:sp>
        <p:nvSpPr>
          <p:cNvPr id="22" name="Marcador de texto 5"/>
          <p:cNvSpPr>
            <a:spLocks noGrp="1"/>
          </p:cNvSpPr>
          <p:nvPr/>
        </p:nvSpPr>
        <p:spPr>
          <a:xfrm>
            <a:off x="6449530" y="1943443"/>
            <a:ext cx="4320000" cy="54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/>
              <a:buNone/>
              <a:defRPr sz="40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 i="1" kern="1200">
                <a:solidFill>
                  <a:srgbClr val="9AAE04"/>
                </a:solidFill>
                <a:latin typeface="+mj-lt"/>
                <a:ea typeface="+mn-ea"/>
                <a:cs typeface="Arial"/>
              </a:defRPr>
            </a:lvl2pPr>
            <a:lvl3pPr marL="449580" indent="-17653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3pPr>
            <a:lvl4pPr marL="809625" indent="-2730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4pPr>
            <a:lvl5pPr marL="1073150" indent="-26352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b="1" dirty="0" smtClean="0"/>
              <a:t>Metodología</a:t>
            </a:r>
            <a:endParaRPr lang="es-ES" sz="2400" b="1" dirty="0"/>
          </a:p>
        </p:txBody>
      </p:sp>
      <p:sp>
        <p:nvSpPr>
          <p:cNvPr id="24" name="Elipse 23"/>
          <p:cNvSpPr/>
          <p:nvPr/>
        </p:nvSpPr>
        <p:spPr bwMode="auto">
          <a:xfrm>
            <a:off x="6041848" y="3504411"/>
            <a:ext cx="142875" cy="142875"/>
          </a:xfrm>
          <a:prstGeom prst="ellipse">
            <a:avLst/>
          </a:prstGeom>
          <a:solidFill>
            <a:srgbClr val="9AAE04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381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es-ES" dirty="0"/>
          </a:p>
        </p:txBody>
      </p:sp>
      <p:sp>
        <p:nvSpPr>
          <p:cNvPr id="31" name="Marcador de texto 5"/>
          <p:cNvSpPr>
            <a:spLocks noGrp="1"/>
          </p:cNvSpPr>
          <p:nvPr/>
        </p:nvSpPr>
        <p:spPr>
          <a:xfrm>
            <a:off x="6449530" y="5944939"/>
            <a:ext cx="4320000" cy="54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/>
              <a:buNone/>
              <a:defRPr sz="40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 i="1" kern="1200">
                <a:solidFill>
                  <a:srgbClr val="9AAE04"/>
                </a:solidFill>
                <a:latin typeface="+mj-lt"/>
                <a:ea typeface="+mn-ea"/>
                <a:cs typeface="Arial"/>
              </a:defRPr>
            </a:lvl2pPr>
            <a:lvl3pPr marL="449580" indent="-17653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3pPr>
            <a:lvl4pPr marL="809625" indent="-2730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4pPr>
            <a:lvl5pPr marL="1073150" indent="-26352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b="1" dirty="0" smtClean="0"/>
              <a:t>Anexos</a:t>
            </a:r>
            <a:endParaRPr lang="en-US" sz="2400" b="1" dirty="0"/>
          </a:p>
        </p:txBody>
      </p:sp>
      <p:sp>
        <p:nvSpPr>
          <p:cNvPr id="32" name="Elipse 31"/>
          <p:cNvSpPr/>
          <p:nvPr/>
        </p:nvSpPr>
        <p:spPr bwMode="auto">
          <a:xfrm>
            <a:off x="6041848" y="6143501"/>
            <a:ext cx="142875" cy="142875"/>
          </a:xfrm>
          <a:prstGeom prst="ellipse">
            <a:avLst/>
          </a:prstGeom>
          <a:solidFill>
            <a:srgbClr val="9AAE04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381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es-ES" dirty="0"/>
          </a:p>
        </p:txBody>
      </p:sp>
      <p:sp>
        <p:nvSpPr>
          <p:cNvPr id="20" name="Marcador de texto 5"/>
          <p:cNvSpPr>
            <a:spLocks noGrp="1"/>
          </p:cNvSpPr>
          <p:nvPr/>
        </p:nvSpPr>
        <p:spPr>
          <a:xfrm>
            <a:off x="6449530" y="5278023"/>
            <a:ext cx="4320000" cy="54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/>
              <a:buNone/>
              <a:defRPr sz="40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 i="1" kern="1200">
                <a:solidFill>
                  <a:srgbClr val="9AAE04"/>
                </a:solidFill>
                <a:latin typeface="+mj-lt"/>
                <a:ea typeface="+mn-ea"/>
                <a:cs typeface="Arial"/>
              </a:defRPr>
            </a:lvl2pPr>
            <a:lvl3pPr marL="449580" indent="-17653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3pPr>
            <a:lvl4pPr marL="809625" indent="-2730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4pPr>
            <a:lvl5pPr marL="1073150" indent="-26352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b="1" dirty="0"/>
              <a:t>Premisas y </a:t>
            </a:r>
            <a:r>
              <a:rPr lang="es-ES" sz="2400" b="1" dirty="0" smtClean="0"/>
              <a:t>restricciones</a:t>
            </a:r>
            <a:endParaRPr lang="en-US" sz="2400" b="1" dirty="0"/>
          </a:p>
        </p:txBody>
      </p:sp>
      <p:sp>
        <p:nvSpPr>
          <p:cNvPr id="21" name="Marcador de texto 5"/>
          <p:cNvSpPr>
            <a:spLocks noGrp="1"/>
          </p:cNvSpPr>
          <p:nvPr/>
        </p:nvSpPr>
        <p:spPr>
          <a:xfrm>
            <a:off x="6449530" y="3944191"/>
            <a:ext cx="4320000" cy="54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/>
              <a:buNone/>
              <a:defRPr sz="40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 i="1" kern="1200">
                <a:solidFill>
                  <a:srgbClr val="9AAE04"/>
                </a:solidFill>
                <a:latin typeface="+mj-lt"/>
                <a:ea typeface="+mn-ea"/>
                <a:cs typeface="Arial"/>
              </a:defRPr>
            </a:lvl2pPr>
            <a:lvl3pPr marL="449580" indent="-17653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3pPr>
            <a:lvl4pPr marL="809625" indent="-2730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4pPr>
            <a:lvl5pPr marL="1073150" indent="-26352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b="1" dirty="0" smtClean="0"/>
              <a:t>Inversión</a:t>
            </a:r>
            <a:endParaRPr lang="en-US" sz="2400" b="1" dirty="0"/>
          </a:p>
        </p:txBody>
      </p:sp>
      <p:sp>
        <p:nvSpPr>
          <p:cNvPr id="23" name="Elipse 22"/>
          <p:cNvSpPr/>
          <p:nvPr/>
        </p:nvSpPr>
        <p:spPr bwMode="auto">
          <a:xfrm>
            <a:off x="6041848" y="2184867"/>
            <a:ext cx="142875" cy="142875"/>
          </a:xfrm>
          <a:prstGeom prst="ellipse">
            <a:avLst/>
          </a:prstGeom>
          <a:solidFill>
            <a:srgbClr val="9AAE04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381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es-ES" dirty="0"/>
          </a:p>
        </p:txBody>
      </p:sp>
      <p:sp>
        <p:nvSpPr>
          <p:cNvPr id="27" name="Elipse 26"/>
          <p:cNvSpPr/>
          <p:nvPr/>
        </p:nvSpPr>
        <p:spPr bwMode="auto">
          <a:xfrm>
            <a:off x="6041848" y="2844639"/>
            <a:ext cx="142875" cy="142875"/>
          </a:xfrm>
          <a:prstGeom prst="ellipse">
            <a:avLst/>
          </a:prstGeom>
          <a:solidFill>
            <a:srgbClr val="9AAE04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381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es-ES" dirty="0"/>
          </a:p>
        </p:txBody>
      </p:sp>
      <p:sp>
        <p:nvSpPr>
          <p:cNvPr id="8" name="Elipse 9"/>
          <p:cNvSpPr/>
          <p:nvPr/>
        </p:nvSpPr>
        <p:spPr bwMode="auto">
          <a:xfrm>
            <a:off x="6041848" y="842470"/>
            <a:ext cx="142875" cy="142875"/>
          </a:xfrm>
          <a:prstGeom prst="ellipse">
            <a:avLst/>
          </a:prstGeom>
          <a:solidFill>
            <a:srgbClr val="9AAE04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381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p>
            <a:pPr algn="ctr"/>
            <a:endParaRPr lang="es-ES" dirty="0"/>
          </a:p>
        </p:txBody>
      </p:sp>
      <p:sp>
        <p:nvSpPr>
          <p:cNvPr id="9" name="Marcador de texto 5"/>
          <p:cNvSpPr>
            <a:spLocks noGrp="1"/>
          </p:cNvSpPr>
          <p:nvPr/>
        </p:nvSpPr>
        <p:spPr>
          <a:xfrm>
            <a:off x="6449530" y="593902"/>
            <a:ext cx="4320000" cy="54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/>
              <a:buNone/>
              <a:defRPr sz="40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 i="1" kern="1200">
                <a:solidFill>
                  <a:srgbClr val="9AAE04"/>
                </a:solidFill>
                <a:latin typeface="+mj-lt"/>
                <a:ea typeface="+mn-ea"/>
                <a:cs typeface="Arial"/>
              </a:defRPr>
            </a:lvl2pPr>
            <a:lvl3pPr marL="449580" indent="-17653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3pPr>
            <a:lvl4pPr marL="809625" indent="-2730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4pPr>
            <a:lvl5pPr marL="1073150" indent="-26352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" altLang="es-ES" sz="2400" b="1" dirty="0"/>
              <a:t>Introducción</a:t>
            </a:r>
            <a:endParaRPr lang="" altLang="es-E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531302" y="1748045"/>
            <a:ext cx="11137784" cy="119888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just"/>
            <a:r>
              <a:rPr lang="en-US" altLang="es-CO" sz="1200" b="1" dirty="0">
                <a:sym typeface="+mn-ea"/>
              </a:rPr>
              <a:t>Pelpak</a:t>
            </a:r>
            <a:r>
              <a:rPr lang="es-CO" sz="1200" b="1" dirty="0">
                <a:sym typeface="+mn-ea"/>
              </a:rPr>
              <a:t> </a:t>
            </a:r>
            <a:r>
              <a:rPr lang="es-CO" sz="1200" dirty="0">
                <a:sym typeface="+mn-ea"/>
              </a:rPr>
              <a:t>es una</a:t>
            </a:r>
            <a:r>
              <a:rPr lang="es-CO" sz="1200">
                <a:sym typeface="+mn-ea"/>
              </a:rPr>
              <a:t> empresa 100% colombiana, fundada en Bogotá en el año de 1979. Desde entonces nuestras principales actividades han sido la fabricación, decoración y comercialización de envases y tapas plásticas. Contamos con una amplia trayectoria en el mercado ofreciendo soluciones de envase a los diferentes sectores industriales. La satisfacción de nuestros clientes es nuestra principal responsabilidad.</a:t>
            </a:r>
            <a:endParaRPr lang="es-CO" sz="1200"/>
          </a:p>
          <a:p>
            <a:pPr algn="just"/>
            <a:endParaRPr lang="es-CO" sz="1200" dirty="0"/>
          </a:p>
          <a:p>
            <a:pPr algn="just"/>
            <a:endParaRPr lang="es-CO" sz="1200" dirty="0"/>
          </a:p>
          <a:p>
            <a:pPr marL="171450" indent="-171450" algn="just">
              <a:buFont typeface="Arial" panose="02080604020202020204" pitchFamily="34" charset="0"/>
              <a:buChar char="•"/>
            </a:pPr>
            <a:endParaRPr lang="" altLang="es-CO" sz="1200" dirty="0"/>
          </a:p>
        </p:txBody>
      </p:sp>
      <p:sp>
        <p:nvSpPr>
          <p:cNvPr id="6" name="Marcador de texto 3"/>
          <p:cNvSpPr>
            <a:spLocks noGrp="1"/>
          </p:cNvSpPr>
          <p:nvPr>
            <p:ph type="body" sz="quarter" idx="11"/>
          </p:nvPr>
        </p:nvSpPr>
        <p:spPr>
          <a:xfrm>
            <a:off x="609600" y="638810"/>
            <a:ext cx="10694035" cy="807085"/>
          </a:xfrm>
        </p:spPr>
        <p:txBody>
          <a:bodyPr>
            <a:normAutofit/>
          </a:bodyPr>
          <a:lstStyle/>
          <a:p>
            <a:r>
              <a:rPr lang="" altLang="es-CO"/>
              <a:t>Introducción</a:t>
            </a:r>
            <a:endParaRPr lang="" alt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531302" y="1748045"/>
            <a:ext cx="11137784" cy="175323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just"/>
            <a:r>
              <a:rPr lang="en-US" altLang="es-CO" sz="1200" dirty="0"/>
              <a:t>Pelpak </a:t>
            </a:r>
            <a:r>
              <a:rPr lang="es-CO" sz="1200" dirty="0"/>
              <a:t>en la búsqueda de eficiencias y mejoramiento en sus procesos internos, está llevando a cabo un proyecto de modernización de su área de seguridad de la información y se encuentra interesada en contratar servicios especializad</a:t>
            </a:r>
            <a:r>
              <a:rPr lang="en-US" altLang="es-CO" sz="1200" dirty="0"/>
              <a:t>o</a:t>
            </a:r>
            <a:r>
              <a:rPr lang="es-CO" sz="1200" dirty="0"/>
              <a:t>s para </a:t>
            </a:r>
            <a:r>
              <a:rPr lang="en-US" altLang="es-CO" sz="1200" dirty="0"/>
              <a:t>el desarrollo del plan de seg</a:t>
            </a:r>
            <a:r>
              <a:rPr lang="" altLang="en-US" sz="1200" dirty="0"/>
              <a:t>u</a:t>
            </a:r>
            <a:r>
              <a:rPr lang="en-US" altLang="es-CO" sz="1200" dirty="0"/>
              <a:t>ridad de la información y continudad del negocio. el proceso de la gestion de cambios, el manejo de datos personales, la gestion de proveedores de TI</a:t>
            </a:r>
            <a:endParaRPr lang="es-CO" sz="1200" dirty="0"/>
          </a:p>
          <a:p>
            <a:pPr algn="just"/>
            <a:endParaRPr lang="es-CO" sz="1200" dirty="0"/>
          </a:p>
          <a:p>
            <a:pPr algn="just"/>
            <a:r>
              <a:rPr lang="en-US" altLang="es-CO" sz="1200" dirty="0"/>
              <a:t>Esto</a:t>
            </a:r>
            <a:r>
              <a:rPr lang="es-CO" sz="1200" dirty="0"/>
              <a:t> permit</a:t>
            </a:r>
            <a:r>
              <a:rPr lang="en-US" altLang="es-CO" sz="1200" dirty="0"/>
              <a:t>ira</a:t>
            </a:r>
            <a:r>
              <a:rPr lang="es-CO" sz="1200" dirty="0"/>
              <a:t> mejorar la calidad, funcionalidad y seguridad al fortalecer los controles de</a:t>
            </a:r>
            <a:r>
              <a:rPr lang="en-US" altLang="es-CO" sz="1200" dirty="0"/>
              <a:t>l sistema de gestion de la</a:t>
            </a:r>
            <a:r>
              <a:rPr lang="es-CO" sz="1200" dirty="0"/>
              <a:t> seguridad de la información</a:t>
            </a:r>
            <a:r>
              <a:rPr lang="en-US" altLang="es-CO" sz="1200" dirty="0"/>
              <a:t>. </a:t>
            </a:r>
            <a:endParaRPr lang="en-US" altLang="es-CO" sz="1200" dirty="0"/>
          </a:p>
          <a:p>
            <a:pPr algn="just"/>
            <a:endParaRPr lang="en-US" altLang="es-CO" sz="1200" dirty="0"/>
          </a:p>
          <a:p>
            <a:pPr algn="just"/>
            <a:r>
              <a:rPr lang="es-CO" sz="1200" dirty="0"/>
              <a:t>En dicho contexto, </a:t>
            </a:r>
            <a:r>
              <a:rPr lang="en-US" altLang="es-CO" sz="1200" dirty="0"/>
              <a:t>en </a:t>
            </a:r>
            <a:r>
              <a:rPr lang="en-US" altLang="es-CO" sz="1200" dirty="0" err="1"/>
              <a:t>Pelpak </a:t>
            </a:r>
            <a:r>
              <a:rPr lang="es-CO" sz="1200" dirty="0"/>
              <a:t>se ha estructurado las necesidades de servicios de </a:t>
            </a:r>
            <a:r>
              <a:rPr lang="en-US" altLang="es-CO" sz="1200" dirty="0"/>
              <a:t>cumplimiento de la siguiente manera</a:t>
            </a:r>
            <a:r>
              <a:rPr lang="" altLang="en-US" sz="1200" dirty="0"/>
              <a:t>:</a:t>
            </a:r>
            <a:endParaRPr lang="" altLang="en-US" sz="1200" dirty="0"/>
          </a:p>
          <a:p>
            <a:pPr algn="just"/>
            <a:endParaRPr lang="es-CO" sz="1200" dirty="0"/>
          </a:p>
          <a:p>
            <a:pPr marL="171450" indent="-171450" algn="just">
              <a:buFont typeface="Arial" panose="02080604020202020204" pitchFamily="34" charset="0"/>
              <a:buChar char="•"/>
            </a:pPr>
            <a:endParaRPr lang="en-US" altLang="es-CO" sz="1200" dirty="0"/>
          </a:p>
        </p:txBody>
      </p:sp>
      <p:sp>
        <p:nvSpPr>
          <p:cNvPr id="6" name="Marcador de texto 3"/>
          <p:cNvSpPr>
            <a:spLocks noGrp="1"/>
          </p:cNvSpPr>
          <p:nvPr>
            <p:ph type="body" sz="quarter" idx="11"/>
          </p:nvPr>
        </p:nvSpPr>
        <p:spPr>
          <a:xfrm>
            <a:off x="609600" y="638810"/>
            <a:ext cx="10694035" cy="807085"/>
          </a:xfrm>
        </p:spPr>
        <p:txBody>
          <a:bodyPr>
            <a:normAutofit/>
          </a:bodyPr>
          <a:lstStyle/>
          <a:p>
            <a:r>
              <a:rPr lang="es-ES">
                <a:sym typeface="+mn-ea"/>
              </a:rPr>
              <a:t>Alcance</a:t>
            </a:r>
            <a:endParaRPr lang="es-CO"/>
          </a:p>
        </p:txBody>
      </p:sp>
      <p:graphicFrame>
        <p:nvGraphicFramePr>
          <p:cNvPr id="2" name="Diagram 1"/>
          <p:cNvGraphicFramePr/>
          <p:nvPr/>
        </p:nvGraphicFramePr>
        <p:xfrm>
          <a:off x="2032000" y="3763645"/>
          <a:ext cx="7540625" cy="2374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531302" y="1748045"/>
            <a:ext cx="11137784" cy="175323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just"/>
            <a:r>
              <a:rPr lang="" altLang="es-CO" sz="1200" dirty="0"/>
              <a:t>Plan de seguridad de la información:</a:t>
            </a:r>
            <a:endParaRPr lang="" altLang="es-CO" sz="1200" dirty="0"/>
          </a:p>
          <a:p>
            <a:pPr algn="just"/>
            <a:r>
              <a:rPr lang="" altLang="es-CO" sz="1200" dirty="0"/>
              <a:t>ISO27002 - CIS security critical controls</a:t>
            </a:r>
            <a:endParaRPr lang="" altLang="es-CO" sz="1200" dirty="0"/>
          </a:p>
          <a:p>
            <a:pPr algn="just"/>
            <a:endParaRPr lang="" altLang="es-CO" sz="1200" dirty="0"/>
          </a:p>
          <a:p>
            <a:pPr algn="just"/>
            <a:r>
              <a:rPr lang="" altLang="es-CO" sz="1200" dirty="0"/>
              <a:t>Gestion de Control de cambios:</a:t>
            </a:r>
            <a:endParaRPr lang="" altLang="es-CO" sz="1200" dirty="0"/>
          </a:p>
          <a:p>
            <a:pPr algn="just"/>
            <a:r>
              <a:rPr lang="" altLang="es-CO" sz="1200" dirty="0"/>
              <a:t>ITIL</a:t>
            </a:r>
            <a:endParaRPr lang="" altLang="es-CO" sz="1200" dirty="0"/>
          </a:p>
          <a:p>
            <a:pPr algn="just"/>
            <a:endParaRPr lang="" altLang="es-CO" sz="1200" dirty="0"/>
          </a:p>
          <a:p>
            <a:pPr algn="just"/>
            <a:endParaRPr lang="es-CO" sz="1200" dirty="0"/>
          </a:p>
          <a:p>
            <a:pPr algn="just"/>
            <a:endParaRPr lang="es-CO" sz="1200" dirty="0"/>
          </a:p>
          <a:p>
            <a:pPr marL="171450" indent="-171450" algn="just">
              <a:buFont typeface="Arial" panose="02080604020202020204" pitchFamily="34" charset="0"/>
              <a:buChar char="•"/>
            </a:pPr>
            <a:endParaRPr lang="en-US" altLang="es-CO" sz="1200" dirty="0"/>
          </a:p>
        </p:txBody>
      </p:sp>
      <p:sp>
        <p:nvSpPr>
          <p:cNvPr id="6" name="Marcador de texto 3"/>
          <p:cNvSpPr>
            <a:spLocks noGrp="1"/>
          </p:cNvSpPr>
          <p:nvPr>
            <p:ph type="body" sz="quarter" idx="11"/>
          </p:nvPr>
        </p:nvSpPr>
        <p:spPr>
          <a:xfrm>
            <a:off x="609600" y="638810"/>
            <a:ext cx="10694035" cy="807085"/>
          </a:xfrm>
        </p:spPr>
        <p:txBody>
          <a:bodyPr>
            <a:normAutofit/>
          </a:bodyPr>
          <a:lstStyle/>
          <a:p>
            <a:r>
              <a:rPr lang="" altLang="en-US"/>
              <a:t>Metodología</a:t>
            </a:r>
            <a:endParaRPr lang="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1385</Words>
  <Application>WPS Presentation</Application>
  <PresentationFormat>宽屏</PresentationFormat>
  <Paragraphs>51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DejaVu Sans</vt:lpstr>
      <vt:lpstr>Arial Unicode MS</vt:lpstr>
      <vt:lpstr>Arial Black</vt:lpstr>
      <vt:lpstr>SimSun</vt:lpstr>
      <vt:lpstr>Noto Sans CJK SC</vt:lpstr>
      <vt:lpstr>微软雅黑</vt:lpstr>
      <vt:lpstr>Arial</vt:lpstr>
      <vt:lpstr>Century Gothic</vt:lpstr>
      <vt:lpstr>Liberation Sans</vt:lpstr>
      <vt:lpstr>Office 主题​​</vt:lpstr>
      <vt:lpstr>PowerPoint 演示文稿</vt:lpstr>
      <vt:lpstr>PowerPoint 演示文稿</vt:lpstr>
      <vt:lpstr>Introducción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orqots</dc:creator>
  <cp:lastModifiedBy>orqots</cp:lastModifiedBy>
  <cp:revision>2</cp:revision>
  <dcterms:created xsi:type="dcterms:W3CDTF">2020-08-20T02:58:23Z</dcterms:created>
  <dcterms:modified xsi:type="dcterms:W3CDTF">2020-08-20T02:58:23Z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1033-11.1.0.8865</vt:lpwstr>
  </property>
</Properties>
</file>